
<file path=[Content_Types].xml><?xml version="1.0" encoding="utf-8"?>
<Types xmlns="http://schemas.openxmlformats.org/package/2006/content-types">
  <Default Extension="gif" ContentType="image/gif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61" r:id="rId4"/>
    <p:sldId id="260" r:id="rId5"/>
    <p:sldId id="259" r:id="rId6"/>
    <p:sldId id="262" r:id="rId7"/>
    <p:sldId id="263" r:id="rId8"/>
    <p:sldId id="264" r:id="rId9"/>
    <p:sldId id="270" r:id="rId10"/>
    <p:sldId id="271" r:id="rId11"/>
    <p:sldId id="265" r:id="rId12"/>
    <p:sldId id="266" r:id="rId13"/>
    <p:sldId id="272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&amp;チーム紹介" id="{CCB5D5EB-D1E0-4506-95D4-9F206373FCAC}">
          <p14:sldIdLst>
            <p14:sldId id="256"/>
            <p14:sldId id="273"/>
          </p14:sldIdLst>
        </p14:section>
        <p14:section name="背景と課題" id="{587CE2A9-06F8-40F2-B264-84E8199A272B}">
          <p14:sldIdLst>
            <p14:sldId id="261"/>
            <p14:sldId id="260"/>
            <p14:sldId id="259"/>
            <p14:sldId id="262"/>
          </p14:sldIdLst>
        </p14:section>
        <p14:section name="解決策とアプリ概要" id="{73C92A0B-B192-41EE-B009-3DE7536F695E}">
          <p14:sldIdLst>
            <p14:sldId id="263"/>
          </p14:sldIdLst>
        </p14:section>
        <p14:section name="システム構成" id="{12A6D859-667A-F84C-AEB4-C97C85A78C4F}">
          <p14:sldIdLst>
            <p14:sldId id="264"/>
            <p14:sldId id="270"/>
            <p14:sldId id="271"/>
          </p14:sldIdLst>
        </p14:section>
        <p14:section name="実演デモ" id="{7B2233B2-B215-614F-B140-AC8B2BA414AE}">
          <p14:sldIdLst>
            <p14:sldId id="265"/>
          </p14:sldIdLst>
        </p14:section>
        <p14:section name="技術的な工夫点" id="{0C254A6D-5603-F848-8129-86D7C0E02491}">
          <p14:sldIdLst>
            <p14:sldId id="266"/>
            <p14:sldId id="272"/>
          </p14:sldIdLst>
        </p14:section>
        <p14:section name="今後の展望" id="{40C445C7-85DE-4B48-93CB-8FE785CA97AC}">
          <p14:sldIdLst>
            <p14:sldId id="267"/>
          </p14:sldIdLst>
        </p14:section>
        <p14:section name="まとめとQ&amp;A" id="{E97804E7-57E5-7A48-83B6-E9F78E6C87FD}">
          <p14:sldIdLst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F8F8FA"/>
    <a:srgbClr val="F8F8FC"/>
    <a:srgbClr val="FCF8F8"/>
    <a:srgbClr val="F9F8F8"/>
    <a:srgbClr val="F3FBFB"/>
    <a:srgbClr val="FBFBFB"/>
    <a:srgbClr val="DCE5F7"/>
    <a:srgbClr val="CCD8F7"/>
    <a:srgbClr val="EBEE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A0E0B-43D9-4A76-BDB2-21A90284B02A}" v="493" dt="2026-09-11T03:56:42.606"/>
    <p1510:client id="{25CC236E-E554-9741-AFD9-EEFE8D5759D6}" v="440" dt="2026-09-10T05:58:34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林 令" userId="9142b2a5-21e0-4eeb-bb1a-136ea1bb7908" providerId="ADAL" clId="{3B9C59D5-52F0-5B71-91C9-F55FB71689EA}"/>
    <pc:docChg chg="undo redo custSel addSld delSld modSld modMainMaster addSection modSection">
      <pc:chgData name="小林 令" userId="9142b2a5-21e0-4eeb-bb1a-136ea1bb7908" providerId="ADAL" clId="{3B9C59D5-52F0-5B71-91C9-F55FB71689EA}" dt="2026-09-10T05:58:34.543" v="7938" actId="27636"/>
      <pc:docMkLst>
        <pc:docMk/>
      </pc:docMkLst>
      <pc:sldChg chg="modSp mod setBg">
        <pc:chgData name="小林 令" userId="9142b2a5-21e0-4eeb-bb1a-136ea1bb7908" providerId="ADAL" clId="{3B9C59D5-52F0-5B71-91C9-F55FB71689EA}" dt="2026-09-09T19:51:07.430" v="7643"/>
        <pc:sldMkLst>
          <pc:docMk/>
          <pc:sldMk cId="1280960049" sldId="256"/>
        </pc:sldMkLst>
        <pc:spChg chg="mod">
          <ac:chgData name="小林 令" userId="9142b2a5-21e0-4eeb-bb1a-136ea1bb7908" providerId="ADAL" clId="{3B9C59D5-52F0-5B71-91C9-F55FB71689EA}" dt="2026-09-09T19:40:48.814" v="7590" actId="207"/>
          <ac:spMkLst>
            <pc:docMk/>
            <pc:sldMk cId="1280960049" sldId="256"/>
            <ac:spMk id="2" creationId="{9901E270-2A2F-6D14-7380-69AECC3C0EAA}"/>
          </ac:spMkLst>
        </pc:spChg>
      </pc:sldChg>
      <pc:sldChg chg="setBg">
        <pc:chgData name="小林 令" userId="9142b2a5-21e0-4eeb-bb1a-136ea1bb7908" providerId="ADAL" clId="{3B9C59D5-52F0-5B71-91C9-F55FB71689EA}" dt="2026-09-09T19:51:07.430" v="7643"/>
        <pc:sldMkLst>
          <pc:docMk/>
          <pc:sldMk cId="2683219703" sldId="259"/>
        </pc:sldMkLst>
      </pc:sldChg>
      <pc:sldChg chg="setBg">
        <pc:chgData name="小林 令" userId="9142b2a5-21e0-4eeb-bb1a-136ea1bb7908" providerId="ADAL" clId="{3B9C59D5-52F0-5B71-91C9-F55FB71689EA}" dt="2026-09-09T19:51:07.430" v="7643"/>
        <pc:sldMkLst>
          <pc:docMk/>
          <pc:sldMk cId="2351122048" sldId="260"/>
        </pc:sldMkLst>
      </pc:sldChg>
      <pc:sldChg chg="setBg">
        <pc:chgData name="小林 令" userId="9142b2a5-21e0-4eeb-bb1a-136ea1bb7908" providerId="ADAL" clId="{3B9C59D5-52F0-5B71-91C9-F55FB71689EA}" dt="2026-09-09T19:51:07.430" v="7643"/>
        <pc:sldMkLst>
          <pc:docMk/>
          <pc:sldMk cId="2505113155" sldId="261"/>
        </pc:sldMkLst>
      </pc:sldChg>
      <pc:sldChg chg="setBg">
        <pc:chgData name="小林 令" userId="9142b2a5-21e0-4eeb-bb1a-136ea1bb7908" providerId="ADAL" clId="{3B9C59D5-52F0-5B71-91C9-F55FB71689EA}" dt="2026-09-09T19:51:07.430" v="7643"/>
        <pc:sldMkLst>
          <pc:docMk/>
          <pc:sldMk cId="1017619910" sldId="262"/>
        </pc:sldMkLst>
      </pc:sldChg>
      <pc:sldChg chg="setBg">
        <pc:chgData name="小林 令" userId="9142b2a5-21e0-4eeb-bb1a-136ea1bb7908" providerId="ADAL" clId="{3B9C59D5-52F0-5B71-91C9-F55FB71689EA}" dt="2026-09-09T19:51:07.430" v="7643"/>
        <pc:sldMkLst>
          <pc:docMk/>
          <pc:sldMk cId="2295669539" sldId="263"/>
        </pc:sldMkLst>
      </pc:sldChg>
      <pc:sldChg chg="addSp delSp modSp new mod setBg modClrScheme chgLayout modNotesTx">
        <pc:chgData name="小林 令" userId="9142b2a5-21e0-4eeb-bb1a-136ea1bb7908" providerId="ADAL" clId="{3B9C59D5-52F0-5B71-91C9-F55FB71689EA}" dt="2026-09-10T04:48:18.650" v="7777" actId="20577"/>
        <pc:sldMkLst>
          <pc:docMk/>
          <pc:sldMk cId="3309034313" sldId="264"/>
        </pc:sldMkLst>
        <pc:spChg chg="add mod ord">
          <ac:chgData name="小林 令" userId="9142b2a5-21e0-4eeb-bb1a-136ea1bb7908" providerId="ADAL" clId="{3B9C59D5-52F0-5B71-91C9-F55FB71689EA}" dt="2026-09-09T03:32:53.752" v="133" actId="20577"/>
          <ac:spMkLst>
            <pc:docMk/>
            <pc:sldMk cId="3309034313" sldId="264"/>
            <ac:spMk id="4" creationId="{28FB7208-585C-7F50-5EC6-B6D6F17C2069}"/>
          </ac:spMkLst>
        </pc:spChg>
        <pc:spChg chg="add mod ord">
          <ac:chgData name="小林 令" userId="9142b2a5-21e0-4eeb-bb1a-136ea1bb7908" providerId="ADAL" clId="{3B9C59D5-52F0-5B71-91C9-F55FB71689EA}" dt="2026-09-10T04:48:18.650" v="7777" actId="20577"/>
          <ac:spMkLst>
            <pc:docMk/>
            <pc:sldMk cId="3309034313" sldId="264"/>
            <ac:spMk id="5" creationId="{E20F5702-C650-C751-9D15-4C41F4619530}"/>
          </ac:spMkLst>
        </pc:spChg>
        <pc:picChg chg="add mod">
          <ac:chgData name="小林 令" userId="9142b2a5-21e0-4eeb-bb1a-136ea1bb7908" providerId="ADAL" clId="{3B9C59D5-52F0-5B71-91C9-F55FB71689EA}" dt="2026-09-09T19:33:40.299" v="7573" actId="1076"/>
          <ac:picMkLst>
            <pc:docMk/>
            <pc:sldMk cId="3309034313" sldId="264"/>
            <ac:picMk id="3" creationId="{0CD4AEA3-2677-4A5E-E516-1883B404DF60}"/>
          </ac:picMkLst>
        </pc:picChg>
        <pc:picChg chg="add mod">
          <ac:chgData name="小林 令" userId="9142b2a5-21e0-4eeb-bb1a-136ea1bb7908" providerId="ADAL" clId="{3B9C59D5-52F0-5B71-91C9-F55FB71689EA}" dt="2026-09-09T19:33:40.299" v="7573" actId="1076"/>
          <ac:picMkLst>
            <pc:docMk/>
            <pc:sldMk cId="3309034313" sldId="264"/>
            <ac:picMk id="7" creationId="{BF3D460E-9362-DC88-D585-F4F2860CE240}"/>
          </ac:picMkLst>
        </pc:picChg>
        <pc:picChg chg="add mod">
          <ac:chgData name="小林 令" userId="9142b2a5-21e0-4eeb-bb1a-136ea1bb7908" providerId="ADAL" clId="{3B9C59D5-52F0-5B71-91C9-F55FB71689EA}" dt="2026-09-09T19:33:40.299" v="7573" actId="1076"/>
          <ac:picMkLst>
            <pc:docMk/>
            <pc:sldMk cId="3309034313" sldId="264"/>
            <ac:picMk id="9" creationId="{816AC7DB-52C7-3AC3-E254-819F9931150B}"/>
          </ac:picMkLst>
        </pc:picChg>
        <pc:picChg chg="add mod">
          <ac:chgData name="小林 令" userId="9142b2a5-21e0-4eeb-bb1a-136ea1bb7908" providerId="ADAL" clId="{3B9C59D5-52F0-5B71-91C9-F55FB71689EA}" dt="2026-09-09T19:34:04.798" v="7580" actId="1076"/>
          <ac:picMkLst>
            <pc:docMk/>
            <pc:sldMk cId="3309034313" sldId="264"/>
            <ac:picMk id="11" creationId="{B0E0B2E6-0E6E-CCBB-DBCF-3B2930D9D336}"/>
          </ac:picMkLst>
        </pc:picChg>
        <pc:picChg chg="add mod">
          <ac:chgData name="小林 令" userId="9142b2a5-21e0-4eeb-bb1a-136ea1bb7908" providerId="ADAL" clId="{3B9C59D5-52F0-5B71-91C9-F55FB71689EA}" dt="2026-09-09T19:33:40.299" v="7573" actId="1076"/>
          <ac:picMkLst>
            <pc:docMk/>
            <pc:sldMk cId="3309034313" sldId="264"/>
            <ac:picMk id="15" creationId="{C972A3A7-C03F-AAA4-AF2F-5AFB6C31F63C}"/>
          </ac:picMkLst>
        </pc:picChg>
        <pc:picChg chg="add mod">
          <ac:chgData name="小林 令" userId="9142b2a5-21e0-4eeb-bb1a-136ea1bb7908" providerId="ADAL" clId="{3B9C59D5-52F0-5B71-91C9-F55FB71689EA}" dt="2026-09-09T19:33:40.299" v="7573" actId="1076"/>
          <ac:picMkLst>
            <pc:docMk/>
            <pc:sldMk cId="3309034313" sldId="264"/>
            <ac:picMk id="17" creationId="{ECC01EB4-BC15-0CED-F3E0-D190DBF08B22}"/>
          </ac:picMkLst>
        </pc:picChg>
        <pc:picChg chg="add mod">
          <ac:chgData name="小林 令" userId="9142b2a5-21e0-4eeb-bb1a-136ea1bb7908" providerId="ADAL" clId="{3B9C59D5-52F0-5B71-91C9-F55FB71689EA}" dt="2026-09-09T19:33:40.299" v="7573" actId="1076"/>
          <ac:picMkLst>
            <pc:docMk/>
            <pc:sldMk cId="3309034313" sldId="264"/>
            <ac:picMk id="19" creationId="{A131DE58-0A6A-0409-A6FA-D8284429DECC}"/>
          </ac:picMkLst>
        </pc:picChg>
        <pc:picChg chg="add mod modCrop">
          <ac:chgData name="小林 令" userId="9142b2a5-21e0-4eeb-bb1a-136ea1bb7908" providerId="ADAL" clId="{3B9C59D5-52F0-5B71-91C9-F55FB71689EA}" dt="2026-09-09T19:34:09.191" v="7583" actId="14100"/>
          <ac:picMkLst>
            <pc:docMk/>
            <pc:sldMk cId="3309034313" sldId="264"/>
            <ac:picMk id="21" creationId="{5E65F052-864C-5B66-68CE-3579AA2E75B3}"/>
          </ac:picMkLst>
        </pc:picChg>
        <pc:picChg chg="add mod">
          <ac:chgData name="小林 令" userId="9142b2a5-21e0-4eeb-bb1a-136ea1bb7908" providerId="ADAL" clId="{3B9C59D5-52F0-5B71-91C9-F55FB71689EA}" dt="2026-09-09T19:33:52.569" v="7576" actId="1076"/>
          <ac:picMkLst>
            <pc:docMk/>
            <pc:sldMk cId="3309034313" sldId="264"/>
            <ac:picMk id="24" creationId="{191116E8-C80B-3C26-A412-17D585D23D23}"/>
          </ac:picMkLst>
        </pc:picChg>
        <pc:picChg chg="add mod">
          <ac:chgData name="小林 令" userId="9142b2a5-21e0-4eeb-bb1a-136ea1bb7908" providerId="ADAL" clId="{3B9C59D5-52F0-5B71-91C9-F55FB71689EA}" dt="2026-09-09T19:34:00.942" v="7579" actId="1076"/>
          <ac:picMkLst>
            <pc:docMk/>
            <pc:sldMk cId="3309034313" sldId="264"/>
            <ac:picMk id="26" creationId="{9EB2F827-0B35-8EDE-AA11-04F0E5B7E447}"/>
          </ac:picMkLst>
        </pc:picChg>
      </pc:sldChg>
      <pc:sldChg chg="addSp modSp new mod setBg modNotesTx">
        <pc:chgData name="小林 令" userId="9142b2a5-21e0-4eeb-bb1a-136ea1bb7908" providerId="ADAL" clId="{3B9C59D5-52F0-5B71-91C9-F55FB71689EA}" dt="2026-09-09T19:51:07.430" v="7643"/>
        <pc:sldMkLst>
          <pc:docMk/>
          <pc:sldMk cId="412731076" sldId="265"/>
        </pc:sldMkLst>
        <pc:spChg chg="mod">
          <ac:chgData name="小林 令" userId="9142b2a5-21e0-4eeb-bb1a-136ea1bb7908" providerId="ADAL" clId="{3B9C59D5-52F0-5B71-91C9-F55FB71689EA}" dt="2026-09-09T03:32:59.049" v="141" actId="20577"/>
          <ac:spMkLst>
            <pc:docMk/>
            <pc:sldMk cId="412731076" sldId="265"/>
            <ac:spMk id="2" creationId="{8543A6F1-D19F-9070-8AE7-28BB97C58D03}"/>
          </ac:spMkLst>
        </pc:spChg>
        <pc:spChg chg="mod">
          <ac:chgData name="小林 令" userId="9142b2a5-21e0-4eeb-bb1a-136ea1bb7908" providerId="ADAL" clId="{3B9C59D5-52F0-5B71-91C9-F55FB71689EA}" dt="2026-09-09T16:38:44.910" v="5052" actId="20577"/>
          <ac:spMkLst>
            <pc:docMk/>
            <pc:sldMk cId="412731076" sldId="265"/>
            <ac:spMk id="3" creationId="{BC67FCE6-AD9A-E820-8E7E-791C124E34A9}"/>
          </ac:spMkLst>
        </pc:spChg>
        <pc:picChg chg="add mod modCrop">
          <ac:chgData name="小林 令" userId="9142b2a5-21e0-4eeb-bb1a-136ea1bb7908" providerId="ADAL" clId="{3B9C59D5-52F0-5B71-91C9-F55FB71689EA}" dt="2026-09-09T13:17:14.851" v="1750" actId="1076"/>
          <ac:picMkLst>
            <pc:docMk/>
            <pc:sldMk cId="412731076" sldId="265"/>
            <ac:picMk id="5" creationId="{C0F0EA56-95F4-EB33-AA42-ED150C8613D0}"/>
          </ac:picMkLst>
        </pc:picChg>
      </pc:sldChg>
      <pc:sldChg chg="addSp modSp new mod setBg modAnim modNotesTx">
        <pc:chgData name="小林 令" userId="9142b2a5-21e0-4eeb-bb1a-136ea1bb7908" providerId="ADAL" clId="{3B9C59D5-52F0-5B71-91C9-F55FB71689EA}" dt="2026-09-09T19:51:07.430" v="7643"/>
        <pc:sldMkLst>
          <pc:docMk/>
          <pc:sldMk cId="2717536317" sldId="266"/>
        </pc:sldMkLst>
        <pc:spChg chg="mod">
          <ac:chgData name="小林 令" userId="9142b2a5-21e0-4eeb-bb1a-136ea1bb7908" providerId="ADAL" clId="{3B9C59D5-52F0-5B71-91C9-F55FB71689EA}" dt="2026-09-09T13:19:41.326" v="1813" actId="20577"/>
          <ac:spMkLst>
            <pc:docMk/>
            <pc:sldMk cId="2717536317" sldId="266"/>
            <ac:spMk id="2" creationId="{C63B379C-C490-9220-D72D-BAD6FC4CE1DC}"/>
          </ac:spMkLst>
        </pc:spChg>
        <pc:spChg chg="mod">
          <ac:chgData name="小林 令" userId="9142b2a5-21e0-4eeb-bb1a-136ea1bb7908" providerId="ADAL" clId="{3B9C59D5-52F0-5B71-91C9-F55FB71689EA}" dt="2026-09-09T19:07:32.677" v="7029" actId="20577"/>
          <ac:spMkLst>
            <pc:docMk/>
            <pc:sldMk cId="2717536317" sldId="266"/>
            <ac:spMk id="3" creationId="{0903D1DB-A5F0-EA51-81E8-D2AC34859736}"/>
          </ac:spMkLst>
        </pc:spChg>
        <pc:picChg chg="add mod modCrop">
          <ac:chgData name="小林 令" userId="9142b2a5-21e0-4eeb-bb1a-136ea1bb7908" providerId="ADAL" clId="{3B9C59D5-52F0-5B71-91C9-F55FB71689EA}" dt="2026-09-09T19:11:29.138" v="7044" actId="1582"/>
          <ac:picMkLst>
            <pc:docMk/>
            <pc:sldMk cId="2717536317" sldId="266"/>
            <ac:picMk id="5" creationId="{EA877E78-2F90-4440-FD27-D4CF6C71969D}"/>
          </ac:picMkLst>
        </pc:picChg>
        <pc:picChg chg="add mod">
          <ac:chgData name="小林 令" userId="9142b2a5-21e0-4eeb-bb1a-136ea1bb7908" providerId="ADAL" clId="{3B9C59D5-52F0-5B71-91C9-F55FB71689EA}" dt="2026-09-09T19:11:34.346" v="7045" actId="1582"/>
          <ac:picMkLst>
            <pc:docMk/>
            <pc:sldMk cId="2717536317" sldId="266"/>
            <ac:picMk id="6" creationId="{643E319A-7DE2-E24B-5C4F-EAF64F78AD96}"/>
          </ac:picMkLst>
        </pc:picChg>
      </pc:sldChg>
      <pc:sldChg chg="modSp new mod setBg">
        <pc:chgData name="小林 令" userId="9142b2a5-21e0-4eeb-bb1a-136ea1bb7908" providerId="ADAL" clId="{3B9C59D5-52F0-5B71-91C9-F55FB71689EA}" dt="2026-09-09T19:51:07.430" v="7643"/>
        <pc:sldMkLst>
          <pc:docMk/>
          <pc:sldMk cId="2345881353" sldId="267"/>
        </pc:sldMkLst>
        <pc:spChg chg="mod">
          <ac:chgData name="小林 令" userId="9142b2a5-21e0-4eeb-bb1a-136ea1bb7908" providerId="ADAL" clId="{3B9C59D5-52F0-5B71-91C9-F55FB71689EA}" dt="2026-09-09T03:33:18.469" v="175" actId="20577"/>
          <ac:spMkLst>
            <pc:docMk/>
            <pc:sldMk cId="2345881353" sldId="267"/>
            <ac:spMk id="2" creationId="{F356523C-D6FD-73E8-E3A5-DBF817779853}"/>
          </ac:spMkLst>
        </pc:spChg>
        <pc:spChg chg="mod">
          <ac:chgData name="小林 令" userId="9142b2a5-21e0-4eeb-bb1a-136ea1bb7908" providerId="ADAL" clId="{3B9C59D5-52F0-5B71-91C9-F55FB71689EA}" dt="2026-09-09T19:14:40.112" v="7146" actId="20577"/>
          <ac:spMkLst>
            <pc:docMk/>
            <pc:sldMk cId="2345881353" sldId="267"/>
            <ac:spMk id="3" creationId="{D1E34FBE-33E4-5E37-3488-50CA2CE3B4D8}"/>
          </ac:spMkLst>
        </pc:spChg>
      </pc:sldChg>
      <pc:sldChg chg="modSp new mod setBg">
        <pc:chgData name="小林 令" userId="9142b2a5-21e0-4eeb-bb1a-136ea1bb7908" providerId="ADAL" clId="{3B9C59D5-52F0-5B71-91C9-F55FB71689EA}" dt="2026-09-09T19:51:07.430" v="7643"/>
        <pc:sldMkLst>
          <pc:docMk/>
          <pc:sldMk cId="24018855" sldId="268"/>
        </pc:sldMkLst>
        <pc:spChg chg="mod">
          <ac:chgData name="小林 令" userId="9142b2a5-21e0-4eeb-bb1a-136ea1bb7908" providerId="ADAL" clId="{3B9C59D5-52F0-5B71-91C9-F55FB71689EA}" dt="2026-09-09T03:33:21.582" v="183" actId="20577"/>
          <ac:spMkLst>
            <pc:docMk/>
            <pc:sldMk cId="24018855" sldId="268"/>
            <ac:spMk id="2" creationId="{C7B70D2B-AC67-6808-B605-8EE5BE5FE3A1}"/>
          </ac:spMkLst>
        </pc:spChg>
        <pc:spChg chg="mod">
          <ac:chgData name="小林 令" userId="9142b2a5-21e0-4eeb-bb1a-136ea1bb7908" providerId="ADAL" clId="{3B9C59D5-52F0-5B71-91C9-F55FB71689EA}" dt="2026-09-09T16:36:07.673" v="4849" actId="20577"/>
          <ac:spMkLst>
            <pc:docMk/>
            <pc:sldMk cId="24018855" sldId="268"/>
            <ac:spMk id="3" creationId="{32F4320B-4930-57DD-F0C0-C8E90498290F}"/>
          </ac:spMkLst>
        </pc:spChg>
      </pc:sldChg>
      <pc:sldChg chg="addSp delSp modSp new mod setBg">
        <pc:chgData name="小林 令" userId="9142b2a5-21e0-4eeb-bb1a-136ea1bb7908" providerId="ADAL" clId="{3B9C59D5-52F0-5B71-91C9-F55FB71689EA}" dt="2026-09-10T05:58:34.543" v="7938" actId="27636"/>
        <pc:sldMkLst>
          <pc:docMk/>
          <pc:sldMk cId="2160735610" sldId="269"/>
        </pc:sldMkLst>
        <pc:spChg chg="mod">
          <ac:chgData name="小林 令" userId="9142b2a5-21e0-4eeb-bb1a-136ea1bb7908" providerId="ADAL" clId="{3B9C59D5-52F0-5B71-91C9-F55FB71689EA}" dt="2026-09-09T03:33:28.654" v="200" actId="20577"/>
          <ac:spMkLst>
            <pc:docMk/>
            <pc:sldMk cId="2160735610" sldId="269"/>
            <ac:spMk id="2" creationId="{E0103AD5-37BF-097A-E7DB-AE7E3D62DC09}"/>
          </ac:spMkLst>
        </pc:spChg>
        <pc:spChg chg="mod">
          <ac:chgData name="小林 令" userId="9142b2a5-21e0-4eeb-bb1a-136ea1bb7908" providerId="ADAL" clId="{3B9C59D5-52F0-5B71-91C9-F55FB71689EA}" dt="2026-09-09T16:36:17.854" v="4850" actId="113"/>
          <ac:spMkLst>
            <pc:docMk/>
            <pc:sldMk cId="2160735610" sldId="269"/>
            <ac:spMk id="3" creationId="{04C79C33-D44D-BBFE-0CDB-A6EE8127C875}"/>
          </ac:spMkLst>
        </pc:spChg>
        <pc:spChg chg="add mod">
          <ac:chgData name="小林 令" userId="9142b2a5-21e0-4eeb-bb1a-136ea1bb7908" providerId="ADAL" clId="{3B9C59D5-52F0-5B71-91C9-F55FB71689EA}" dt="2026-09-10T05:57:16.474" v="7780" actId="1076"/>
          <ac:spMkLst>
            <pc:docMk/>
            <pc:sldMk cId="2160735610" sldId="269"/>
            <ac:spMk id="4" creationId="{4CBB245D-432A-95DC-E347-E453645B49BD}"/>
          </ac:spMkLst>
        </pc:spChg>
        <pc:spChg chg="add mod">
          <ac:chgData name="小林 令" userId="9142b2a5-21e0-4eeb-bb1a-136ea1bb7908" providerId="ADAL" clId="{3B9C59D5-52F0-5B71-91C9-F55FB71689EA}" dt="2026-09-09T19:24:39.472" v="7450" actId="2711"/>
          <ac:spMkLst>
            <pc:docMk/>
            <pc:sldMk cId="2160735610" sldId="269"/>
            <ac:spMk id="5" creationId="{6B4A054C-16C0-463D-8C2F-E79778C83CEF}"/>
          </ac:spMkLst>
        </pc:spChg>
        <pc:spChg chg="add mod">
          <ac:chgData name="小林 令" userId="9142b2a5-21e0-4eeb-bb1a-136ea1bb7908" providerId="ADAL" clId="{3B9C59D5-52F0-5B71-91C9-F55FB71689EA}" dt="2026-09-10T05:58:34.543" v="7938" actId="27636"/>
          <ac:spMkLst>
            <pc:docMk/>
            <pc:sldMk cId="2160735610" sldId="269"/>
            <ac:spMk id="6" creationId="{4CD85D7C-1779-B135-19E5-FFD18812DD4E}"/>
          </ac:spMkLst>
        </pc:spChg>
      </pc:sldChg>
      <pc:sldChg chg="addSp delSp modSp new mod setBg modNotesTx">
        <pc:chgData name="小林 令" userId="9142b2a5-21e0-4eeb-bb1a-136ea1bb7908" providerId="ADAL" clId="{3B9C59D5-52F0-5B71-91C9-F55FB71689EA}" dt="2026-09-09T19:51:07.430" v="7643"/>
        <pc:sldMkLst>
          <pc:docMk/>
          <pc:sldMk cId="1397281584" sldId="270"/>
        </pc:sldMkLst>
        <pc:spChg chg="mod">
          <ac:chgData name="小林 令" userId="9142b2a5-21e0-4eeb-bb1a-136ea1bb7908" providerId="ADAL" clId="{3B9C59D5-52F0-5B71-91C9-F55FB71689EA}" dt="2026-09-09T12:47:05.114" v="285"/>
          <ac:spMkLst>
            <pc:docMk/>
            <pc:sldMk cId="1397281584" sldId="270"/>
            <ac:spMk id="2" creationId="{3886D207-D1F9-0C47-2E70-CB9FB9D91C53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01" creationId="{C2387264-20AC-591A-DB42-BBA466D55EEF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02" creationId="{D2CBDE3F-AB43-485B-575F-0C5B546A1251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03" creationId="{A434B18E-89F3-D7E0-3C62-2D72BB0A2281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12" creationId="{92AEE6A4-724E-C1A5-7685-F00B11D2E5F3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16" creationId="{63561720-FB7B-E118-645D-D0FE9305DEC8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18" creationId="{FF4BD50B-660A-1EB0-8FBF-AD6B979FFD16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21" creationId="{B50B3754-3F09-5BE8-19CE-5F1A2173C3D8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22" creationId="{056C6487-5C98-69F5-28E9-A0F2986BE531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30" creationId="{24FF6C5D-FB8F-66AC-804F-4F2D90736226}"/>
          </ac:spMkLst>
        </pc:spChg>
        <pc:spChg chg="mod">
          <ac:chgData name="小林 令" userId="9142b2a5-21e0-4eeb-bb1a-136ea1bb7908" providerId="ADAL" clId="{3B9C59D5-52F0-5B71-91C9-F55FB71689EA}" dt="2026-09-09T19:49:25.330" v="7633"/>
          <ac:spMkLst>
            <pc:docMk/>
            <pc:sldMk cId="1397281584" sldId="270"/>
            <ac:spMk id="132" creationId="{172401AD-2E63-5B2A-E31B-1F7B95FCF645}"/>
          </ac:spMkLst>
        </pc:spChg>
      </pc:sldChg>
      <pc:sldChg chg="addSp delSp modSp add mod modTransition setBg modNotesTx">
        <pc:chgData name="小林 令" userId="9142b2a5-21e0-4eeb-bb1a-136ea1bb7908" providerId="ADAL" clId="{3B9C59D5-52F0-5B71-91C9-F55FB71689EA}" dt="2026-09-09T19:51:47.146" v="7645" actId="207"/>
        <pc:sldMkLst>
          <pc:docMk/>
          <pc:sldMk cId="120008474" sldId="271"/>
        </pc:sldMkLst>
        <pc:spChg chg="mod">
          <ac:chgData name="小林 令" userId="9142b2a5-21e0-4eeb-bb1a-136ea1bb7908" providerId="ADAL" clId="{3B9C59D5-52F0-5B71-91C9-F55FB71689EA}" dt="2026-09-09T13:09:17.368" v="1429" actId="1076"/>
          <ac:spMkLst>
            <pc:docMk/>
            <pc:sldMk cId="120008474" sldId="271"/>
            <ac:spMk id="2" creationId="{FE672BBA-750C-A9D9-5E8E-DA2B641E52C2}"/>
          </ac:spMkLst>
        </pc:spChg>
        <pc:spChg chg="mod">
          <ac:chgData name="小林 令" userId="9142b2a5-21e0-4eeb-bb1a-136ea1bb7908" providerId="ADAL" clId="{3B9C59D5-52F0-5B71-91C9-F55FB71689EA}" dt="2026-09-09T19:48:06.239" v="7615" actId="207"/>
          <ac:spMkLst>
            <pc:docMk/>
            <pc:sldMk cId="120008474" sldId="271"/>
            <ac:spMk id="8" creationId="{8B319115-7D57-FE9A-FD6A-7DAE1CF7157A}"/>
          </ac:spMkLst>
        </pc:spChg>
        <pc:spChg chg="mod">
          <ac:chgData name="小林 令" userId="9142b2a5-21e0-4eeb-bb1a-136ea1bb7908" providerId="ADAL" clId="{3B9C59D5-52F0-5B71-91C9-F55FB71689EA}" dt="2026-09-09T19:49:16.566" v="7631" actId="207"/>
          <ac:spMkLst>
            <pc:docMk/>
            <pc:sldMk cId="120008474" sldId="271"/>
            <ac:spMk id="10" creationId="{CA170099-6B89-0F17-BAF4-DC6FDEA19658}"/>
          </ac:spMkLst>
        </pc:spChg>
        <pc:spChg chg="mod">
          <ac:chgData name="小林 令" userId="9142b2a5-21e0-4eeb-bb1a-136ea1bb7908" providerId="ADAL" clId="{3B9C59D5-52F0-5B71-91C9-F55FB71689EA}" dt="2026-09-09T19:48:04.062" v="7613" actId="1076"/>
          <ac:spMkLst>
            <pc:docMk/>
            <pc:sldMk cId="120008474" sldId="271"/>
            <ac:spMk id="11" creationId="{FBBDD0A8-D66F-D61E-F9CF-8DA30329C55C}"/>
          </ac:spMkLst>
        </pc:spChg>
        <pc:spChg chg="add mod">
          <ac:chgData name="小林 令" userId="9142b2a5-21e0-4eeb-bb1a-136ea1bb7908" providerId="ADAL" clId="{3B9C59D5-52F0-5B71-91C9-F55FB71689EA}" dt="2026-09-09T13:13:13.392" v="1594" actId="1076"/>
          <ac:spMkLst>
            <pc:docMk/>
            <pc:sldMk cId="120008474" sldId="271"/>
            <ac:spMk id="14" creationId="{29A4BEC1-0818-8ED2-698B-9F425FEA30BF}"/>
          </ac:spMkLst>
        </pc:spChg>
        <pc:spChg chg="add mod">
          <ac:chgData name="小林 令" userId="9142b2a5-21e0-4eeb-bb1a-136ea1bb7908" providerId="ADAL" clId="{3B9C59D5-52F0-5B71-91C9-F55FB71689EA}" dt="2026-09-09T19:51:47.146" v="7645" actId="207"/>
          <ac:spMkLst>
            <pc:docMk/>
            <pc:sldMk cId="120008474" sldId="271"/>
            <ac:spMk id="19" creationId="{D389450C-690C-6149-3D18-93DDCEC03F42}"/>
          </ac:spMkLst>
        </pc:spChg>
        <pc:spChg chg="mod">
          <ac:chgData name="小林 令" userId="9142b2a5-21e0-4eeb-bb1a-136ea1bb7908" providerId="ADAL" clId="{3B9C59D5-52F0-5B71-91C9-F55FB71689EA}" dt="2026-09-09T19:49:16.566" v="7631" actId="207"/>
          <ac:spMkLst>
            <pc:docMk/>
            <pc:sldMk cId="120008474" sldId="271"/>
            <ac:spMk id="20" creationId="{A03F97EE-FDE3-0FDF-7476-DE0735BA957F}"/>
          </ac:spMkLst>
        </pc:spChg>
        <pc:spChg chg="add mod">
          <ac:chgData name="小林 令" userId="9142b2a5-21e0-4eeb-bb1a-136ea1bb7908" providerId="ADAL" clId="{3B9C59D5-52F0-5B71-91C9-F55FB71689EA}" dt="2026-09-09T19:46:59.430" v="7605" actId="207"/>
          <ac:spMkLst>
            <pc:docMk/>
            <pc:sldMk cId="120008474" sldId="271"/>
            <ac:spMk id="21" creationId="{B9D57640-A887-07BB-AF60-56F9F4BC3EF6}"/>
          </ac:spMkLst>
        </pc:spChg>
        <pc:spChg chg="mod">
          <ac:chgData name="小林 令" userId="9142b2a5-21e0-4eeb-bb1a-136ea1bb7908" providerId="ADAL" clId="{3B9C59D5-52F0-5B71-91C9-F55FB71689EA}" dt="2026-09-09T19:48:06.239" v="7615" actId="207"/>
          <ac:spMkLst>
            <pc:docMk/>
            <pc:sldMk cId="120008474" sldId="271"/>
            <ac:spMk id="22" creationId="{888A2D9B-3781-D975-C436-E716222E888C}"/>
          </ac:spMkLst>
        </pc:spChg>
        <pc:spChg chg="mod">
          <ac:chgData name="小林 令" userId="9142b2a5-21e0-4eeb-bb1a-136ea1bb7908" providerId="ADAL" clId="{3B9C59D5-52F0-5B71-91C9-F55FB71689EA}" dt="2026-09-09T19:48:06.239" v="7615" actId="207"/>
          <ac:spMkLst>
            <pc:docMk/>
            <pc:sldMk cId="120008474" sldId="271"/>
            <ac:spMk id="29" creationId="{6678D406-334C-2D1D-9FAB-EBF9C3C7E017}"/>
          </ac:spMkLst>
        </pc:spChg>
        <pc:spChg chg="mod">
          <ac:chgData name="小林 令" userId="9142b2a5-21e0-4eeb-bb1a-136ea1bb7908" providerId="ADAL" clId="{3B9C59D5-52F0-5B71-91C9-F55FB71689EA}" dt="2026-09-09T19:25:00.052" v="7452" actId="2711"/>
          <ac:spMkLst>
            <pc:docMk/>
            <pc:sldMk cId="120008474" sldId="271"/>
            <ac:spMk id="30" creationId="{34FA4F90-32AD-FEE6-97A6-DC705456B771}"/>
          </ac:spMkLst>
        </pc:spChg>
        <pc:spChg chg="mod">
          <ac:chgData name="小林 令" userId="9142b2a5-21e0-4eeb-bb1a-136ea1bb7908" providerId="ADAL" clId="{3B9C59D5-52F0-5B71-91C9-F55FB71689EA}" dt="2026-09-09T19:25:55.425" v="7453" actId="2711"/>
          <ac:spMkLst>
            <pc:docMk/>
            <pc:sldMk cId="120008474" sldId="271"/>
            <ac:spMk id="38" creationId="{FD802185-FD7C-5BC4-3FE8-536BD5283DE4}"/>
          </ac:spMkLst>
        </pc:spChg>
        <pc:spChg chg="mod">
          <ac:chgData name="小林 令" userId="9142b2a5-21e0-4eeb-bb1a-136ea1bb7908" providerId="ADAL" clId="{3B9C59D5-52F0-5B71-91C9-F55FB71689EA}" dt="2026-09-09T19:25:55.425" v="7453" actId="2711"/>
          <ac:spMkLst>
            <pc:docMk/>
            <pc:sldMk cId="120008474" sldId="271"/>
            <ac:spMk id="42" creationId="{8B40836F-6721-8961-3DD1-2FD0747F0FE9}"/>
          </ac:spMkLst>
        </pc:spChg>
        <pc:spChg chg="mod">
          <ac:chgData name="小林 令" userId="9142b2a5-21e0-4eeb-bb1a-136ea1bb7908" providerId="ADAL" clId="{3B9C59D5-52F0-5B71-91C9-F55FB71689EA}" dt="2026-09-09T19:25:55.425" v="7453" actId="2711"/>
          <ac:spMkLst>
            <pc:docMk/>
            <pc:sldMk cId="120008474" sldId="271"/>
            <ac:spMk id="46" creationId="{3C08698C-CA65-B61A-7216-4211A847E05F}"/>
          </ac:spMkLst>
        </pc:spChg>
        <pc:spChg chg="mod">
          <ac:chgData name="小林 令" userId="9142b2a5-21e0-4eeb-bb1a-136ea1bb7908" providerId="ADAL" clId="{3B9C59D5-52F0-5B71-91C9-F55FB71689EA}" dt="2026-09-09T19:49:16.566" v="7631" actId="207"/>
          <ac:spMkLst>
            <pc:docMk/>
            <pc:sldMk cId="120008474" sldId="271"/>
            <ac:spMk id="54" creationId="{54F5BD95-CAA4-918B-EE0B-D6BA967F8A74}"/>
          </ac:spMkLst>
        </pc:spChg>
        <pc:spChg chg="mod">
          <ac:chgData name="小林 令" userId="9142b2a5-21e0-4eeb-bb1a-136ea1bb7908" providerId="ADAL" clId="{3B9C59D5-52F0-5B71-91C9-F55FB71689EA}" dt="2026-09-09T19:49:16.566" v="7631" actId="207"/>
          <ac:spMkLst>
            <pc:docMk/>
            <pc:sldMk cId="120008474" sldId="271"/>
            <ac:spMk id="56" creationId="{D0DF959B-959C-80D4-DB86-63088721282A}"/>
          </ac:spMkLst>
        </pc:spChg>
        <pc:spChg chg="mod">
          <ac:chgData name="小林 令" userId="9142b2a5-21e0-4eeb-bb1a-136ea1bb7908" providerId="ADAL" clId="{3B9C59D5-52F0-5B71-91C9-F55FB71689EA}" dt="2026-09-09T19:26:14.064" v="7454" actId="164"/>
          <ac:spMkLst>
            <pc:docMk/>
            <pc:sldMk cId="120008474" sldId="271"/>
            <ac:spMk id="57" creationId="{DBB9108C-D6B9-B5DD-6D06-B567F407BC9F}"/>
          </ac:spMkLst>
        </pc:spChg>
        <pc:spChg chg="mod">
          <ac:chgData name="小林 令" userId="9142b2a5-21e0-4eeb-bb1a-136ea1bb7908" providerId="ADAL" clId="{3B9C59D5-52F0-5B71-91C9-F55FB71689EA}" dt="2026-09-09T19:26:14.064" v="7454" actId="164"/>
          <ac:spMkLst>
            <pc:docMk/>
            <pc:sldMk cId="120008474" sldId="271"/>
            <ac:spMk id="58" creationId="{5C0FC500-15E0-7887-9FEE-435A52700336}"/>
          </ac:spMkLst>
        </pc:spChg>
        <pc:spChg chg="mod">
          <ac:chgData name="小林 令" userId="9142b2a5-21e0-4eeb-bb1a-136ea1bb7908" providerId="ADAL" clId="{3B9C59D5-52F0-5B71-91C9-F55FB71689EA}" dt="2026-09-09T19:26:14.064" v="7454" actId="164"/>
          <ac:spMkLst>
            <pc:docMk/>
            <pc:sldMk cId="120008474" sldId="271"/>
            <ac:spMk id="59" creationId="{6256F3D1-7B9F-B17B-E268-F5D24FC68B14}"/>
          </ac:spMkLst>
        </pc:spChg>
        <pc:spChg chg="mod">
          <ac:chgData name="小林 令" userId="9142b2a5-21e0-4eeb-bb1a-136ea1bb7908" providerId="ADAL" clId="{3B9C59D5-52F0-5B71-91C9-F55FB71689EA}" dt="2026-09-09T19:25:55.425" v="7453" actId="2711"/>
          <ac:spMkLst>
            <pc:docMk/>
            <pc:sldMk cId="120008474" sldId="271"/>
            <ac:spMk id="62" creationId="{FCE49B0D-8819-2F85-E53E-FEFEC51F75F1}"/>
          </ac:spMkLst>
        </pc:spChg>
        <pc:spChg chg="mod">
          <ac:chgData name="小林 令" userId="9142b2a5-21e0-4eeb-bb1a-136ea1bb7908" providerId="ADAL" clId="{3B9C59D5-52F0-5B71-91C9-F55FB71689EA}" dt="2026-09-09T19:49:16.566" v="7631" actId="207"/>
          <ac:spMkLst>
            <pc:docMk/>
            <pc:sldMk cId="120008474" sldId="271"/>
            <ac:spMk id="68" creationId="{528D49AC-1C0A-2978-96DB-99FCFF359998}"/>
          </ac:spMkLst>
        </pc:spChg>
        <pc:spChg chg="mod">
          <ac:chgData name="小林 令" userId="9142b2a5-21e0-4eeb-bb1a-136ea1bb7908" providerId="ADAL" clId="{3B9C59D5-52F0-5B71-91C9-F55FB71689EA}" dt="2026-09-09T19:26:14.064" v="7454" actId="164"/>
          <ac:spMkLst>
            <pc:docMk/>
            <pc:sldMk cId="120008474" sldId="271"/>
            <ac:spMk id="69" creationId="{FFF9A2E5-8151-C385-B3BE-C2E37B3D7899}"/>
          </ac:spMkLst>
        </pc:spChg>
        <pc:spChg chg="mod">
          <ac:chgData name="小林 令" userId="9142b2a5-21e0-4eeb-bb1a-136ea1bb7908" providerId="ADAL" clId="{3B9C59D5-52F0-5B71-91C9-F55FB71689EA}" dt="2026-09-09T19:25:55.425" v="7453" actId="2711"/>
          <ac:spMkLst>
            <pc:docMk/>
            <pc:sldMk cId="120008474" sldId="271"/>
            <ac:spMk id="73" creationId="{FD2469B8-A93A-92CB-3595-E45F6E6DC234}"/>
          </ac:spMkLst>
        </pc:spChg>
        <pc:spChg chg="mod">
          <ac:chgData name="小林 令" userId="9142b2a5-21e0-4eeb-bb1a-136ea1bb7908" providerId="ADAL" clId="{3B9C59D5-52F0-5B71-91C9-F55FB71689EA}" dt="2026-09-09T19:49:16.566" v="7631" actId="207"/>
          <ac:spMkLst>
            <pc:docMk/>
            <pc:sldMk cId="120008474" sldId="271"/>
            <ac:spMk id="76" creationId="{2780E54E-8108-1D11-4701-E35245560D85}"/>
          </ac:spMkLst>
        </pc:spChg>
        <pc:spChg chg="mod">
          <ac:chgData name="小林 令" userId="9142b2a5-21e0-4eeb-bb1a-136ea1bb7908" providerId="ADAL" clId="{3B9C59D5-52F0-5B71-91C9-F55FB71689EA}" dt="2026-09-09T19:26:14.064" v="7454" actId="164"/>
          <ac:spMkLst>
            <pc:docMk/>
            <pc:sldMk cId="120008474" sldId="271"/>
            <ac:spMk id="77" creationId="{6D5D1F1E-720A-5E96-7174-08A7C4012D8B}"/>
          </ac:spMkLst>
        </pc:spChg>
        <pc:grpChg chg="mod">
          <ac:chgData name="小林 令" userId="9142b2a5-21e0-4eeb-bb1a-136ea1bb7908" providerId="ADAL" clId="{3B9C59D5-52F0-5B71-91C9-F55FB71689EA}" dt="2026-09-09T19:26:14.064" v="7454" actId="164"/>
          <ac:grpSpMkLst>
            <pc:docMk/>
            <pc:sldMk cId="120008474" sldId="271"/>
            <ac:grpSpMk id="60" creationId="{092207CD-998A-B425-51E9-196DDD4CA55A}"/>
          </ac:grpSpMkLst>
        </pc:grpChg>
        <pc:cxnChg chg="mod">
          <ac:chgData name="小林 令" userId="9142b2a5-21e0-4eeb-bb1a-136ea1bb7908" providerId="ADAL" clId="{3B9C59D5-52F0-5B71-91C9-F55FB71689EA}" dt="2026-09-09T19:48:04.062" v="7613" actId="1076"/>
          <ac:cxnSpMkLst>
            <pc:docMk/>
            <pc:sldMk cId="120008474" sldId="271"/>
            <ac:cxnSpMk id="32" creationId="{8C7489A2-4EA9-A93F-31FE-E1D9710EB1F7}"/>
          </ac:cxnSpMkLst>
        </pc:cxnChg>
        <pc:cxnChg chg="mod">
          <ac:chgData name="小林 令" userId="9142b2a5-21e0-4eeb-bb1a-136ea1bb7908" providerId="ADAL" clId="{3B9C59D5-52F0-5B71-91C9-F55FB71689EA}" dt="2026-09-09T19:48:04.062" v="7613" actId="1076"/>
          <ac:cxnSpMkLst>
            <pc:docMk/>
            <pc:sldMk cId="120008474" sldId="271"/>
            <ac:cxnSpMk id="41" creationId="{805388C2-7660-476D-693E-F78D2197B186}"/>
          </ac:cxnSpMkLst>
        </pc:cxnChg>
        <pc:cxnChg chg="mod">
          <ac:chgData name="小林 令" userId="9142b2a5-21e0-4eeb-bb1a-136ea1bb7908" providerId="ADAL" clId="{3B9C59D5-52F0-5B71-91C9-F55FB71689EA}" dt="2026-09-09T19:48:04.062" v="7613" actId="1076"/>
          <ac:cxnSpMkLst>
            <pc:docMk/>
            <pc:sldMk cId="120008474" sldId="271"/>
            <ac:cxnSpMk id="45" creationId="{97A9157A-D653-12A3-E777-0D2E3B84BD47}"/>
          </ac:cxnSpMkLst>
        </pc:cxnChg>
      </pc:sldChg>
      <pc:sldChg chg="modSp add mod setBg">
        <pc:chgData name="小林 令" userId="9142b2a5-21e0-4eeb-bb1a-136ea1bb7908" providerId="ADAL" clId="{3B9C59D5-52F0-5B71-91C9-F55FB71689EA}" dt="2026-09-10T01:38:08.629" v="7648" actId="20577"/>
        <pc:sldMkLst>
          <pc:docMk/>
          <pc:sldMk cId="2467608089" sldId="272"/>
        </pc:sldMkLst>
        <pc:spChg chg="mod">
          <ac:chgData name="小林 令" userId="9142b2a5-21e0-4eeb-bb1a-136ea1bb7908" providerId="ADAL" clId="{3B9C59D5-52F0-5B71-91C9-F55FB71689EA}" dt="2026-09-09T13:22:12.091" v="2186" actId="20577"/>
          <ac:spMkLst>
            <pc:docMk/>
            <pc:sldMk cId="2467608089" sldId="272"/>
            <ac:spMk id="2" creationId="{1DBFA05B-964F-759A-5451-015B85B3A815}"/>
          </ac:spMkLst>
        </pc:spChg>
        <pc:spChg chg="mod">
          <ac:chgData name="小林 令" userId="9142b2a5-21e0-4eeb-bb1a-136ea1bb7908" providerId="ADAL" clId="{3B9C59D5-52F0-5B71-91C9-F55FB71689EA}" dt="2026-09-10T01:38:08.629" v="7648" actId="20577"/>
          <ac:spMkLst>
            <pc:docMk/>
            <pc:sldMk cId="2467608089" sldId="272"/>
            <ac:spMk id="3" creationId="{940CE31B-B9C1-7573-EBF5-CEFC1266605C}"/>
          </ac:spMkLst>
        </pc:spChg>
      </pc:sldChg>
      <pc:sldChg chg="addSp delSp modSp new mod modAnim">
        <pc:chgData name="小林 令" userId="9142b2a5-21e0-4eeb-bb1a-136ea1bb7908" providerId="ADAL" clId="{3B9C59D5-52F0-5B71-91C9-F55FB71689EA}" dt="2026-09-10T04:44:21.754" v="7713"/>
        <pc:sldMkLst>
          <pc:docMk/>
          <pc:sldMk cId="704946773" sldId="273"/>
        </pc:sldMkLst>
        <pc:spChg chg="add del">
          <ac:chgData name="小林 令" userId="9142b2a5-21e0-4eeb-bb1a-136ea1bb7908" providerId="ADAL" clId="{3B9C59D5-52F0-5B71-91C9-F55FB71689EA}" dt="2026-09-10T04:38:43.720" v="7679" actId="478"/>
          <ac:spMkLst>
            <pc:docMk/>
            <pc:sldMk cId="704946773" sldId="273"/>
            <ac:spMk id="2" creationId="{E7D8CBF2-1F0B-B75E-1705-15E867A3E42F}"/>
          </ac:spMkLst>
        </pc:spChg>
        <pc:spChg chg="mod">
          <ac:chgData name="小林 令" userId="9142b2a5-21e0-4eeb-bb1a-136ea1bb7908" providerId="ADAL" clId="{3B9C59D5-52F0-5B71-91C9-F55FB71689EA}" dt="2026-09-10T04:42:34.849" v="7711" actId="2711"/>
          <ac:spMkLst>
            <pc:docMk/>
            <pc:sldMk cId="704946773" sldId="273"/>
            <ac:spMk id="3" creationId="{F6D4D40D-3157-E777-95A5-8ECFE6B01913}"/>
          </ac:spMkLst>
        </pc:spChg>
      </pc:sldChg>
    </pc:docChg>
  </pc:docChgLst>
  <pc:docChgLst>
    <pc:chgData name="神保 凱智" userId="0ca4c589-1ff0-4ca4-b00c-820fff2d83eb" providerId="ADAL" clId="{AEEC2A42-45EF-4420-BD61-DB81B82BAE2C}"/>
    <pc:docChg chg="undo custSel addSld delSld modSld sldOrd modMainMaster modSection">
      <pc:chgData name="神保 凱智" userId="0ca4c589-1ff0-4ca4-b00c-820fff2d83eb" providerId="ADAL" clId="{AEEC2A42-45EF-4420-BD61-DB81B82BAE2C}" dt="2026-09-11T03:56:42.606" v="1326"/>
      <pc:docMkLst>
        <pc:docMk/>
      </pc:docMkLst>
      <pc:sldChg chg="addSp modSp mod">
        <pc:chgData name="神保 凱智" userId="0ca4c589-1ff0-4ca4-b00c-820fff2d83eb" providerId="ADAL" clId="{AEEC2A42-45EF-4420-BD61-DB81B82BAE2C}" dt="2026-09-10T04:52:03.739" v="1257" actId="1076"/>
        <pc:sldMkLst>
          <pc:docMk/>
          <pc:sldMk cId="1280960049" sldId="256"/>
        </pc:sldMkLst>
        <pc:spChg chg="mod">
          <ac:chgData name="神保 凱智" userId="0ca4c589-1ff0-4ca4-b00c-820fff2d83eb" providerId="ADAL" clId="{AEEC2A42-45EF-4420-BD61-DB81B82BAE2C}" dt="2026-09-07T11:00:54.571" v="19"/>
          <ac:spMkLst>
            <pc:docMk/>
            <pc:sldMk cId="1280960049" sldId="256"/>
            <ac:spMk id="3" creationId="{3E31DA72-341D-748E-58F9-0B8A8D01B7F1}"/>
          </ac:spMkLst>
        </pc:spChg>
        <pc:spChg chg="mod">
          <ac:chgData name="神保 凱智" userId="0ca4c589-1ff0-4ca4-b00c-820fff2d83eb" providerId="ADAL" clId="{AEEC2A42-45EF-4420-BD61-DB81B82BAE2C}" dt="2026-09-10T04:52:00.006" v="1256"/>
          <ac:spMkLst>
            <pc:docMk/>
            <pc:sldMk cId="1280960049" sldId="256"/>
            <ac:spMk id="33" creationId="{3E5CB7C0-9739-E9E2-421C-3C0959FCA210}"/>
          </ac:spMkLst>
        </pc:spChg>
        <pc:grpChg chg="add mod">
          <ac:chgData name="神保 凱智" userId="0ca4c589-1ff0-4ca4-b00c-820fff2d83eb" providerId="ADAL" clId="{AEEC2A42-45EF-4420-BD61-DB81B82BAE2C}" dt="2026-09-10T04:52:03.739" v="1257" actId="1076"/>
          <ac:grpSpMkLst>
            <pc:docMk/>
            <pc:sldMk cId="1280960049" sldId="256"/>
            <ac:grpSpMk id="36" creationId="{121F587F-E603-CC76-B50B-2B3380DFA166}"/>
          </ac:grpSpMkLst>
        </pc:grpChg>
        <pc:picChg chg="mod">
          <ac:chgData name="神保 凱智" userId="0ca4c589-1ff0-4ca4-b00c-820fff2d83eb" providerId="ADAL" clId="{AEEC2A42-45EF-4420-BD61-DB81B82BAE2C}" dt="2026-09-10T04:52:00.006" v="1256"/>
          <ac:picMkLst>
            <pc:docMk/>
            <pc:sldMk cId="1280960049" sldId="256"/>
            <ac:picMk id="11" creationId="{B881EB54-4155-88CA-2D75-A06D49CBC842}"/>
          </ac:picMkLst>
        </pc:picChg>
        <pc:picChg chg="mod">
          <ac:chgData name="神保 凱智" userId="0ca4c589-1ff0-4ca4-b00c-820fff2d83eb" providerId="ADAL" clId="{AEEC2A42-45EF-4420-BD61-DB81B82BAE2C}" dt="2026-09-10T04:52:00.006" v="1256"/>
          <ac:picMkLst>
            <pc:docMk/>
            <pc:sldMk cId="1280960049" sldId="256"/>
            <ac:picMk id="21" creationId="{40F35649-6148-64E6-DD45-33F92D76F08F}"/>
          </ac:picMkLst>
        </pc:picChg>
        <pc:picChg chg="mod">
          <ac:chgData name="神保 凱智" userId="0ca4c589-1ff0-4ca4-b00c-820fff2d83eb" providerId="ADAL" clId="{AEEC2A42-45EF-4420-BD61-DB81B82BAE2C}" dt="2026-09-10T04:52:00.006" v="1256"/>
          <ac:picMkLst>
            <pc:docMk/>
            <pc:sldMk cId="1280960049" sldId="256"/>
            <ac:picMk id="35" creationId="{3603FF22-B850-9F25-AF25-1D273194D1A6}"/>
          </ac:picMkLst>
        </pc:picChg>
      </pc:sldChg>
      <pc:sldChg chg="addSp delSp modSp ord">
        <pc:chgData name="神保 凱智" userId="0ca4c589-1ff0-4ca4-b00c-820fff2d83eb" providerId="ADAL" clId="{AEEC2A42-45EF-4420-BD61-DB81B82BAE2C}" dt="2026-09-08T05:06:50.995" v="196" actId="164"/>
        <pc:sldMkLst>
          <pc:docMk/>
          <pc:sldMk cId="2683219703" sldId="259"/>
        </pc:sldMkLst>
        <pc:spChg chg="mod">
          <ac:chgData name="神保 凱智" userId="0ca4c589-1ff0-4ca4-b00c-820fff2d83eb" providerId="ADAL" clId="{AEEC2A42-45EF-4420-BD61-DB81B82BAE2C}" dt="2026-09-08T05:03:17.881" v="189"/>
          <ac:spMkLst>
            <pc:docMk/>
            <pc:sldMk cId="2683219703" sldId="259"/>
            <ac:spMk id="16" creationId="{D64344E6-AD3B-6479-09CE-1FAC573061B7}"/>
          </ac:spMkLst>
        </pc:spChg>
        <pc:spChg chg="mod topLvl">
          <ac:chgData name="神保 凱智" userId="0ca4c589-1ff0-4ca4-b00c-820fff2d83eb" providerId="ADAL" clId="{AEEC2A42-45EF-4420-BD61-DB81B82BAE2C}" dt="2026-09-08T05:06:50.995" v="196" actId="164"/>
          <ac:spMkLst>
            <pc:docMk/>
            <pc:sldMk cId="2683219703" sldId="259"/>
            <ac:spMk id="19" creationId="{A4CA61F3-2115-5C6F-E4A8-D5C5BEA8CCB5}"/>
          </ac:spMkLst>
        </pc:spChg>
        <pc:spChg chg="mod">
          <ac:chgData name="神保 凱智" userId="0ca4c589-1ff0-4ca4-b00c-820fff2d83eb" providerId="ADAL" clId="{AEEC2A42-45EF-4420-BD61-DB81B82BAE2C}" dt="2026-09-08T05:06:50.995" v="196" actId="164"/>
          <ac:spMkLst>
            <pc:docMk/>
            <pc:sldMk cId="2683219703" sldId="259"/>
            <ac:spMk id="20" creationId="{4FEB0E35-C849-5E11-1078-B22D5DFE7312}"/>
          </ac:spMkLst>
        </pc:spChg>
        <pc:spChg chg="add mod topLvl">
          <ac:chgData name="神保 凱智" userId="0ca4c589-1ff0-4ca4-b00c-820fff2d83eb" providerId="ADAL" clId="{AEEC2A42-45EF-4420-BD61-DB81B82BAE2C}" dt="2026-09-08T05:06:50.995" v="196" actId="164"/>
          <ac:spMkLst>
            <pc:docMk/>
            <pc:sldMk cId="2683219703" sldId="259"/>
            <ac:spMk id="22" creationId="{E40BABB3-A22D-2067-A276-BCD13A1CBB66}"/>
          </ac:spMkLst>
        </pc:spChg>
        <pc:spChg chg="add mod">
          <ac:chgData name="神保 凱智" userId="0ca4c589-1ff0-4ca4-b00c-820fff2d83eb" providerId="ADAL" clId="{AEEC2A42-45EF-4420-BD61-DB81B82BAE2C}" dt="2026-09-08T05:06:50.995" v="196" actId="164"/>
          <ac:spMkLst>
            <pc:docMk/>
            <pc:sldMk cId="2683219703" sldId="259"/>
            <ac:spMk id="25" creationId="{473788F6-ECED-B5A6-C927-F4B23EACE20C}"/>
          </ac:spMkLst>
        </pc:spChg>
        <pc:spChg chg="add mod">
          <ac:chgData name="神保 凱智" userId="0ca4c589-1ff0-4ca4-b00c-820fff2d83eb" providerId="ADAL" clId="{AEEC2A42-45EF-4420-BD61-DB81B82BAE2C}" dt="2026-09-08T05:06:50.995" v="196" actId="164"/>
          <ac:spMkLst>
            <pc:docMk/>
            <pc:sldMk cId="2683219703" sldId="259"/>
            <ac:spMk id="26" creationId="{17A08D84-0D0A-C2C7-2A99-90E52308A88E}"/>
          </ac:spMkLst>
        </pc:spChg>
        <pc:grpChg chg="add mod">
          <ac:chgData name="神保 凱智" userId="0ca4c589-1ff0-4ca4-b00c-820fff2d83eb" providerId="ADAL" clId="{AEEC2A42-45EF-4420-BD61-DB81B82BAE2C}" dt="2026-09-08T05:06:50.995" v="196" actId="164"/>
          <ac:grpSpMkLst>
            <pc:docMk/>
            <pc:sldMk cId="2683219703" sldId="259"/>
            <ac:grpSpMk id="29" creationId="{81794569-E166-C646-EF8E-D8B72F81CBBA}"/>
          </ac:grpSpMkLst>
        </pc:grpChg>
        <pc:picChg chg="mod topLvl">
          <ac:chgData name="神保 凱智" userId="0ca4c589-1ff0-4ca4-b00c-820fff2d83eb" providerId="ADAL" clId="{AEEC2A42-45EF-4420-BD61-DB81B82BAE2C}" dt="2026-09-08T05:06:50.995" v="196" actId="164"/>
          <ac:picMkLst>
            <pc:docMk/>
            <pc:sldMk cId="2683219703" sldId="259"/>
            <ac:picMk id="9" creationId="{1D812EF8-E956-5466-3D40-61D91F3E5AAA}"/>
          </ac:picMkLst>
        </pc:picChg>
        <pc:picChg chg="add mod">
          <ac:chgData name="神保 凱智" userId="0ca4c589-1ff0-4ca4-b00c-820fff2d83eb" providerId="ADAL" clId="{AEEC2A42-45EF-4420-BD61-DB81B82BAE2C}" dt="2026-09-08T04:27:58.518" v="142" actId="931"/>
          <ac:picMkLst>
            <pc:docMk/>
            <pc:sldMk cId="2683219703" sldId="259"/>
            <ac:picMk id="11" creationId="{9FBC992F-35B8-F7D3-4EC8-0F02B2CBFCAC}"/>
          </ac:picMkLst>
        </pc:picChg>
        <pc:picChg chg="add mod">
          <ac:chgData name="神保 凱智" userId="0ca4c589-1ff0-4ca4-b00c-820fff2d83eb" providerId="ADAL" clId="{AEEC2A42-45EF-4420-BD61-DB81B82BAE2C}" dt="2026-09-08T04:32:42.827" v="143" actId="931"/>
          <ac:picMkLst>
            <pc:docMk/>
            <pc:sldMk cId="2683219703" sldId="259"/>
            <ac:picMk id="13" creationId="{8AF21941-5244-A8EA-5DD5-3B6C604F999D}"/>
          </ac:picMkLst>
        </pc:picChg>
        <pc:picChg chg="add">
          <ac:chgData name="神保 凱智" userId="0ca4c589-1ff0-4ca4-b00c-820fff2d83eb" providerId="ADAL" clId="{AEEC2A42-45EF-4420-BD61-DB81B82BAE2C}" dt="2026-09-08T04:45:13.833" v="144"/>
          <ac:picMkLst>
            <pc:docMk/>
            <pc:sldMk cId="2683219703" sldId="259"/>
            <ac:picMk id="14" creationId="{A5CD2FB8-7253-B4B8-DF5F-726F84DA0B76}"/>
          </ac:picMkLst>
        </pc:picChg>
        <pc:picChg chg="add mod topLvl">
          <ac:chgData name="神保 凱智" userId="0ca4c589-1ff0-4ca4-b00c-820fff2d83eb" providerId="ADAL" clId="{AEEC2A42-45EF-4420-BD61-DB81B82BAE2C}" dt="2026-09-08T05:06:50.995" v="196" actId="164"/>
          <ac:picMkLst>
            <pc:docMk/>
            <pc:sldMk cId="2683219703" sldId="259"/>
            <ac:picMk id="18" creationId="{6944E211-C1E3-AF07-3C4B-BCA4280F5DB2}"/>
          </ac:picMkLst>
        </pc:picChg>
        <pc:picChg chg="mod">
          <ac:chgData name="神保 凱智" userId="0ca4c589-1ff0-4ca4-b00c-820fff2d83eb" providerId="ADAL" clId="{AEEC2A42-45EF-4420-BD61-DB81B82BAE2C}" dt="2026-09-08T05:06:50.995" v="196" actId="164"/>
          <ac:picMkLst>
            <pc:docMk/>
            <pc:sldMk cId="2683219703" sldId="259"/>
            <ac:picMk id="24" creationId="{2B59EFAC-31CD-51F7-6238-FF22E4E09A7D}"/>
          </ac:picMkLst>
        </pc:picChg>
        <pc:picChg chg="add mod">
          <ac:chgData name="神保 凱智" userId="0ca4c589-1ff0-4ca4-b00c-820fff2d83eb" providerId="ADAL" clId="{AEEC2A42-45EF-4420-BD61-DB81B82BAE2C}" dt="2026-09-08T05:06:50.995" v="196" actId="164"/>
          <ac:picMkLst>
            <pc:docMk/>
            <pc:sldMk cId="2683219703" sldId="259"/>
            <ac:picMk id="28" creationId="{118B38BC-557A-0240-DBBE-5290E0778E62}"/>
          </ac:picMkLst>
        </pc:picChg>
      </pc:sldChg>
      <pc:sldChg chg="modSp ord">
        <pc:chgData name="神保 凱智" userId="0ca4c589-1ff0-4ca4-b00c-820fff2d83eb" providerId="ADAL" clId="{AEEC2A42-45EF-4420-BD61-DB81B82BAE2C}" dt="2026-09-08T05:00:11.121" v="169"/>
        <pc:sldMkLst>
          <pc:docMk/>
          <pc:sldMk cId="2351122048" sldId="260"/>
        </pc:sldMkLst>
        <pc:spChg chg="mod">
          <ac:chgData name="神保 凱智" userId="0ca4c589-1ff0-4ca4-b00c-820fff2d83eb" providerId="ADAL" clId="{AEEC2A42-45EF-4420-BD61-DB81B82BAE2C}" dt="2026-09-08T04:55:47.870" v="153"/>
          <ac:spMkLst>
            <pc:docMk/>
            <pc:sldMk cId="2351122048" sldId="260"/>
            <ac:spMk id="16" creationId="{882356E8-33C2-F363-9C41-30E8CB064AD1}"/>
          </ac:spMkLst>
        </pc:spChg>
      </pc:sldChg>
      <pc:sldChg chg="delSp ord">
        <pc:chgData name="神保 凱智" userId="0ca4c589-1ff0-4ca4-b00c-820fff2d83eb" providerId="ADAL" clId="{AEEC2A42-45EF-4420-BD61-DB81B82BAE2C}" dt="2026-09-08T05:00:13.669" v="170"/>
        <pc:sldMkLst>
          <pc:docMk/>
          <pc:sldMk cId="2505113155" sldId="261"/>
        </pc:sldMkLst>
        <pc:spChg chg="del">
          <ac:chgData name="神保 凱智" userId="0ca4c589-1ff0-4ca4-b00c-820fff2d83eb" providerId="ADAL" clId="{AEEC2A42-45EF-4420-BD61-DB81B82BAE2C}" dt="2026-09-08T04:57:34.808" v="155"/>
          <ac:spMkLst>
            <pc:docMk/>
            <pc:sldMk cId="2505113155" sldId="261"/>
            <ac:spMk id="16" creationId="{475A76A1-BA8D-4BCE-52E3-A58B41568B94}"/>
          </ac:spMkLst>
        </pc:spChg>
      </pc:sldChg>
      <pc:sldChg chg="addSp delSp modSp mod ord">
        <pc:chgData name="神保 凱智" userId="0ca4c589-1ff0-4ca4-b00c-820fff2d83eb" providerId="ADAL" clId="{AEEC2A42-45EF-4420-BD61-DB81B82BAE2C}" dt="2026-09-10T04:31:32.164" v="1087"/>
        <pc:sldMkLst>
          <pc:docMk/>
          <pc:sldMk cId="1017619910" sldId="262"/>
        </pc:sldMkLst>
        <pc:spChg chg="add mod">
          <ac:chgData name="神保 凱智" userId="0ca4c589-1ff0-4ca4-b00c-820fff2d83eb" providerId="ADAL" clId="{AEEC2A42-45EF-4420-BD61-DB81B82BAE2C}" dt="2026-09-10T04:31:32.164" v="1087"/>
          <ac:spMkLst>
            <pc:docMk/>
            <pc:sldMk cId="1017619910" sldId="262"/>
            <ac:spMk id="7" creationId="{52847389-5CB8-5011-2B31-0F1075DF7478}"/>
          </ac:spMkLst>
        </pc:spChg>
      </pc:sldChg>
      <pc:sldChg chg="modSp">
        <pc:chgData name="神保 凱智" userId="0ca4c589-1ff0-4ca4-b00c-820fff2d83eb" providerId="ADAL" clId="{AEEC2A42-45EF-4420-BD61-DB81B82BAE2C}" dt="2026-09-08T10:26:54.630" v="343"/>
        <pc:sldMkLst>
          <pc:docMk/>
          <pc:sldMk cId="2295669539" sldId="263"/>
        </pc:sldMkLst>
        <pc:spChg chg="mod">
          <ac:chgData name="神保 凱智" userId="0ca4c589-1ff0-4ca4-b00c-820fff2d83eb" providerId="ADAL" clId="{AEEC2A42-45EF-4420-BD61-DB81B82BAE2C}" dt="2026-09-08T10:26:54.630" v="343"/>
          <ac:spMkLst>
            <pc:docMk/>
            <pc:sldMk cId="2295669539" sldId="263"/>
            <ac:spMk id="3" creationId="{4B2315FE-AD70-D150-BB25-0155B9BF5DDD}"/>
          </ac:spMkLst>
        </pc:spChg>
      </pc:sldChg>
      <pc:sldChg chg="modSp mod">
        <pc:chgData name="神保 凱智" userId="0ca4c589-1ff0-4ca4-b00c-820fff2d83eb" providerId="ADAL" clId="{AEEC2A42-45EF-4420-BD61-DB81B82BAE2C}" dt="2026-09-10T04:04:12.587" v="936"/>
        <pc:sldMkLst>
          <pc:docMk/>
          <pc:sldMk cId="2717536317" sldId="266"/>
        </pc:sldMkLst>
        <pc:spChg chg="mod">
          <ac:chgData name="神保 凱智" userId="0ca4c589-1ff0-4ca4-b00c-820fff2d83eb" providerId="ADAL" clId="{AEEC2A42-45EF-4420-BD61-DB81B82BAE2C}" dt="2026-09-10T04:04:12.587" v="936"/>
          <ac:spMkLst>
            <pc:docMk/>
            <pc:sldMk cId="2717536317" sldId="266"/>
            <ac:spMk id="2" creationId="{C63B379C-C490-9220-D72D-BAD6FC4CE1DC}"/>
          </ac:spMkLst>
        </pc:spChg>
      </pc:sldChg>
      <pc:sldChg chg="addSp delSp modSp mod">
        <pc:chgData name="神保 凱智" userId="0ca4c589-1ff0-4ca4-b00c-820fff2d83eb" providerId="ADAL" clId="{AEEC2A42-45EF-4420-BD61-DB81B82BAE2C}" dt="2026-09-10T05:42:25.957" v="1277"/>
        <pc:sldMkLst>
          <pc:docMk/>
          <pc:sldMk cId="2467608089" sldId="272"/>
        </pc:sldMkLst>
        <pc:spChg chg="mod">
          <ac:chgData name="神保 凱智" userId="0ca4c589-1ff0-4ca4-b00c-820fff2d83eb" providerId="ADAL" clId="{AEEC2A42-45EF-4420-BD61-DB81B82BAE2C}" dt="2026-09-10T04:21:44.701" v="984" actId="14100"/>
          <ac:spMkLst>
            <pc:docMk/>
            <pc:sldMk cId="2467608089" sldId="272"/>
            <ac:spMk id="2" creationId="{1DBFA05B-964F-759A-5451-015B85B3A815}"/>
          </ac:spMkLst>
        </pc:spChg>
        <pc:spChg chg="mod">
          <ac:chgData name="神保 凱智" userId="0ca4c589-1ff0-4ca4-b00c-820fff2d83eb" providerId="ADAL" clId="{AEEC2A42-45EF-4420-BD61-DB81B82BAE2C}" dt="2026-09-10T05:42:25.957" v="1277"/>
          <ac:spMkLst>
            <pc:docMk/>
            <pc:sldMk cId="2467608089" sldId="272"/>
            <ac:spMk id="3" creationId="{940CE31B-B9C1-7573-EBF5-CEFC1266605C}"/>
          </ac:spMkLst>
        </pc:spChg>
        <pc:spChg chg="add mod">
          <ac:chgData name="神保 凱智" userId="0ca4c589-1ff0-4ca4-b00c-820fff2d83eb" providerId="ADAL" clId="{AEEC2A42-45EF-4420-BD61-DB81B82BAE2C}" dt="2026-09-10T04:23:52.497" v="1028" actId="404"/>
          <ac:spMkLst>
            <pc:docMk/>
            <pc:sldMk cId="2467608089" sldId="272"/>
            <ac:spMk id="12" creationId="{3E366D7E-A0E3-8FFD-E36F-1CE554F5064D}"/>
          </ac:spMkLst>
        </pc:spChg>
        <pc:spChg chg="add mod">
          <ac:chgData name="神保 凱智" userId="0ca4c589-1ff0-4ca4-b00c-820fff2d83eb" providerId="ADAL" clId="{AEEC2A42-45EF-4420-BD61-DB81B82BAE2C}" dt="2026-09-10T04:26:44.665" v="1054" actId="403"/>
          <ac:spMkLst>
            <pc:docMk/>
            <pc:sldMk cId="2467608089" sldId="272"/>
            <ac:spMk id="13" creationId="{98EE527D-3BB3-9C33-661A-DF7655E949F8}"/>
          </ac:spMkLst>
        </pc:spChg>
        <pc:spChg chg="add mod">
          <ac:chgData name="神保 凱智" userId="0ca4c589-1ff0-4ca4-b00c-820fff2d83eb" providerId="ADAL" clId="{AEEC2A42-45EF-4420-BD61-DB81B82BAE2C}" dt="2026-09-10T04:28:14.203" v="1078" actId="1076"/>
          <ac:spMkLst>
            <pc:docMk/>
            <pc:sldMk cId="2467608089" sldId="272"/>
            <ac:spMk id="14" creationId="{544B225F-6ECA-4DDE-6E23-65C902AFE842}"/>
          </ac:spMkLst>
        </pc:spChg>
        <pc:spChg chg="add mod">
          <ac:chgData name="神保 凱智" userId="0ca4c589-1ff0-4ca4-b00c-820fff2d83eb" providerId="ADAL" clId="{AEEC2A42-45EF-4420-BD61-DB81B82BAE2C}" dt="2026-09-10T04:37:44.783" v="1130" actId="207"/>
          <ac:spMkLst>
            <pc:docMk/>
            <pc:sldMk cId="2467608089" sldId="272"/>
            <ac:spMk id="15" creationId="{2BEB69E7-148F-5B15-FA57-B2C4DBB9C62D}"/>
          </ac:spMkLst>
        </pc:spChg>
        <pc:spChg chg="add mod ord">
          <ac:chgData name="神保 凱智" userId="0ca4c589-1ff0-4ca4-b00c-820fff2d83eb" providerId="ADAL" clId="{AEEC2A42-45EF-4420-BD61-DB81B82BAE2C}" dt="2026-09-10T04:38:28.318" v="1134" actId="167"/>
          <ac:spMkLst>
            <pc:docMk/>
            <pc:sldMk cId="2467608089" sldId="272"/>
            <ac:spMk id="16" creationId="{E2604349-6CDD-6AE1-93AF-2002BC7FEAFE}"/>
          </ac:spMkLst>
        </pc:spChg>
        <pc:picChg chg="add mod">
          <ac:chgData name="神保 凱智" userId="0ca4c589-1ff0-4ca4-b00c-820fff2d83eb" providerId="ADAL" clId="{AEEC2A42-45EF-4420-BD61-DB81B82BAE2C}" dt="2026-09-10T04:18:46.322" v="956" actId="1076"/>
          <ac:picMkLst>
            <pc:docMk/>
            <pc:sldMk cId="2467608089" sldId="272"/>
            <ac:picMk id="5" creationId="{75D7AC50-861D-74D8-D418-A54C9756A050}"/>
          </ac:picMkLst>
        </pc:picChg>
        <pc:picChg chg="add del mod">
          <ac:chgData name="神保 凱智" userId="0ca4c589-1ff0-4ca4-b00c-820fff2d83eb" providerId="ADAL" clId="{AEEC2A42-45EF-4420-BD61-DB81B82BAE2C}" dt="2026-09-10T04:19:01.587" v="959" actId="478"/>
          <ac:picMkLst>
            <pc:docMk/>
            <pc:sldMk cId="2467608089" sldId="272"/>
            <ac:picMk id="7" creationId="{D4BBFB4D-657F-3DE2-2C57-F3E4DA995F3C}"/>
          </ac:picMkLst>
        </pc:picChg>
        <pc:picChg chg="add del mod">
          <ac:chgData name="神保 凱智" userId="0ca4c589-1ff0-4ca4-b00c-820fff2d83eb" providerId="ADAL" clId="{AEEC2A42-45EF-4420-BD61-DB81B82BAE2C}" dt="2026-09-10T04:19:26.370" v="963" actId="478"/>
          <ac:picMkLst>
            <pc:docMk/>
            <pc:sldMk cId="2467608089" sldId="272"/>
            <ac:picMk id="9" creationId="{B9B283BF-2F01-AE4F-2457-1484B911305B}"/>
          </ac:picMkLst>
        </pc:picChg>
        <pc:picChg chg="add mod">
          <ac:chgData name="神保 凱智" userId="0ca4c589-1ff0-4ca4-b00c-820fff2d83eb" providerId="ADAL" clId="{AEEC2A42-45EF-4420-BD61-DB81B82BAE2C}" dt="2026-09-10T04:21:30.140" v="972" actId="1076"/>
          <ac:picMkLst>
            <pc:docMk/>
            <pc:sldMk cId="2467608089" sldId="272"/>
            <ac:picMk id="11" creationId="{9200C3CB-4CA0-7DD7-9BD9-50A177873AD8}"/>
          </ac:picMkLst>
        </pc:picChg>
      </pc:sldChg>
      <pc:sldChg chg="modSp add del mod">
        <pc:chgData name="神保 凱智" userId="0ca4c589-1ff0-4ca4-b00c-820fff2d83eb" providerId="ADAL" clId="{AEEC2A42-45EF-4420-BD61-DB81B82BAE2C}" dt="2026-09-10T04:03:17.354" v="902" actId="2890"/>
        <pc:sldMkLst>
          <pc:docMk/>
          <pc:sldMk cId="31298162" sldId="273"/>
        </pc:sldMkLst>
        <pc:spChg chg="mod">
          <ac:chgData name="神保 凱智" userId="0ca4c589-1ff0-4ca4-b00c-820fff2d83eb" providerId="ADAL" clId="{AEEC2A42-45EF-4420-BD61-DB81B82BAE2C}" dt="2026-09-10T04:03:16.220" v="901" actId="20577"/>
          <ac:spMkLst>
            <pc:docMk/>
            <pc:sldMk cId="31298162" sldId="273"/>
            <ac:spMk id="4" creationId="{EBCF900E-84BE-2F70-5314-6D7C5AD95F9E}"/>
          </ac:spMkLst>
        </pc:spChg>
      </pc:sldChg>
      <pc:sldMasterChg chg="addSp delSp modSp mod modSldLayout">
        <pc:chgData name="神保 凱智" userId="0ca4c589-1ff0-4ca4-b00c-820fff2d83eb" providerId="ADAL" clId="{AEEC2A42-45EF-4420-BD61-DB81B82BAE2C}" dt="2026-09-11T03:56:42.606" v="1326"/>
        <pc:sldMasterMkLst>
          <pc:docMk/>
          <pc:sldMasterMk cId="2128652016" sldId="2147483648"/>
        </pc:sldMasterMkLst>
        <pc:spChg chg="mod">
          <ac:chgData name="神保 凱智" userId="0ca4c589-1ff0-4ca4-b00c-820fff2d83eb" providerId="ADAL" clId="{AEEC2A42-45EF-4420-BD61-DB81B82BAE2C}" dt="2026-09-11T03:56:42.606" v="1326"/>
          <ac:spMkLst>
            <pc:docMk/>
            <pc:sldMasterMk cId="2128652016" sldId="2147483648"/>
            <ac:spMk id="8" creationId="{552D12A5-8800-2E8B-740C-FF0169EBBFA1}"/>
          </ac:spMkLst>
        </pc:spChg>
        <pc:spChg chg="add del mod">
          <ac:chgData name="神保 凱智" userId="0ca4c589-1ff0-4ca4-b00c-820fff2d83eb" providerId="ADAL" clId="{AEEC2A42-45EF-4420-BD61-DB81B82BAE2C}" dt="2026-09-10T04:41:18.409" v="1162" actId="11529"/>
          <ac:spMkLst>
            <pc:docMk/>
            <pc:sldMasterMk cId="2128652016" sldId="2147483648"/>
            <ac:spMk id="22" creationId="{473F6185-E592-A9F3-530A-87CB69B658D5}"/>
          </ac:spMkLst>
        </pc:spChg>
        <pc:spChg chg="add mod">
          <ac:chgData name="神保 凱智" userId="0ca4c589-1ff0-4ca4-b00c-820fff2d83eb" providerId="ADAL" clId="{AEEC2A42-45EF-4420-BD61-DB81B82BAE2C}" dt="2026-09-10T04:41:16.067" v="1157"/>
          <ac:spMkLst>
            <pc:docMk/>
            <pc:sldMasterMk cId="2128652016" sldId="2147483648"/>
            <ac:spMk id="23" creationId="{652F2ADB-F4C1-6D93-73D8-843C48BA863E}"/>
          </ac:spMkLst>
        </pc:spChg>
        <pc:spChg chg="add del mod">
          <ac:chgData name="神保 凱智" userId="0ca4c589-1ff0-4ca4-b00c-820fff2d83eb" providerId="ADAL" clId="{AEEC2A42-45EF-4420-BD61-DB81B82BAE2C}" dt="2026-09-10T04:43:51.502" v="1187" actId="11529"/>
          <ac:spMkLst>
            <pc:docMk/>
            <pc:sldMasterMk cId="2128652016" sldId="2147483648"/>
            <ac:spMk id="25" creationId="{ADFC67F0-8462-93B0-421D-05585C19F019}"/>
          </ac:spMkLst>
        </pc:spChg>
        <pc:spChg chg="add mod">
          <ac:chgData name="神保 凱智" userId="0ca4c589-1ff0-4ca4-b00c-820fff2d83eb" providerId="ADAL" clId="{AEEC2A42-45EF-4420-BD61-DB81B82BAE2C}" dt="2026-09-10T04:43:49.935" v="1183"/>
          <ac:spMkLst>
            <pc:docMk/>
            <pc:sldMasterMk cId="2128652016" sldId="2147483648"/>
            <ac:spMk id="26" creationId="{0BA93EBE-DEA7-7392-E24D-6B30E83296E4}"/>
          </ac:spMkLst>
        </pc:spChg>
        <pc:spChg chg="add del">
          <ac:chgData name="神保 凱智" userId="0ca4c589-1ff0-4ca4-b00c-820fff2d83eb" providerId="ADAL" clId="{AEEC2A42-45EF-4420-BD61-DB81B82BAE2C}" dt="2026-09-10T04:44:19.199" v="1189" actId="21"/>
          <ac:spMkLst>
            <pc:docMk/>
            <pc:sldMasterMk cId="2128652016" sldId="2147483648"/>
            <ac:spMk id="27" creationId="{A0538901-15EF-FB86-21F0-730C1083D582}"/>
          </ac:spMkLst>
        </pc:spChg>
        <pc:spChg chg="add mod ord">
          <ac:chgData name="神保 凱智" userId="0ca4c589-1ff0-4ca4-b00c-820fff2d83eb" providerId="ADAL" clId="{AEEC2A42-45EF-4420-BD61-DB81B82BAE2C}" dt="2026-09-10T04:51:49.525" v="1252" actId="164"/>
          <ac:spMkLst>
            <pc:docMk/>
            <pc:sldMasterMk cId="2128652016" sldId="2147483648"/>
            <ac:spMk id="33" creationId="{3E5CB7C0-9739-E9E2-421C-3C0959FCA210}"/>
          </ac:spMkLst>
        </pc:spChg>
        <pc:grpChg chg="add del mod">
          <ac:chgData name="神保 凱智" userId="0ca4c589-1ff0-4ca4-b00c-820fff2d83eb" providerId="ADAL" clId="{AEEC2A42-45EF-4420-BD61-DB81B82BAE2C}" dt="2026-09-10T04:51:54.323" v="1254" actId="21"/>
          <ac:grpSpMkLst>
            <pc:docMk/>
            <pc:sldMasterMk cId="2128652016" sldId="2147483648"/>
            <ac:grpSpMk id="36" creationId="{121F587F-E603-CC76-B50B-2B3380DFA166}"/>
          </ac:grpSpMkLst>
        </pc:grpChg>
        <pc:picChg chg="add mod">
          <ac:chgData name="神保 凱智" userId="0ca4c589-1ff0-4ca4-b00c-820fff2d83eb" providerId="ADAL" clId="{AEEC2A42-45EF-4420-BD61-DB81B82BAE2C}" dt="2026-09-10T04:51:49.525" v="1252" actId="164"/>
          <ac:picMkLst>
            <pc:docMk/>
            <pc:sldMasterMk cId="2128652016" sldId="2147483648"/>
            <ac:picMk id="11" creationId="{B881EB54-4155-88CA-2D75-A06D49CBC842}"/>
          </ac:picMkLst>
        </pc:picChg>
        <pc:picChg chg="add del mod">
          <ac:chgData name="神保 凱智" userId="0ca4c589-1ff0-4ca4-b00c-820fff2d83eb" providerId="ADAL" clId="{AEEC2A42-45EF-4420-BD61-DB81B82BAE2C}" dt="2026-09-10T04:35:10.721" v="1099" actId="478"/>
          <ac:picMkLst>
            <pc:docMk/>
            <pc:sldMasterMk cId="2128652016" sldId="2147483648"/>
            <ac:picMk id="13" creationId="{9666E962-A3CE-6E36-8BC8-36A0BAD44CF4}"/>
          </ac:picMkLst>
        </pc:picChg>
        <pc:picChg chg="add mod">
          <ac:chgData name="神保 凱智" userId="0ca4c589-1ff0-4ca4-b00c-820fff2d83eb" providerId="ADAL" clId="{AEEC2A42-45EF-4420-BD61-DB81B82BAE2C}" dt="2026-09-10T04:36:23.956" v="1115" actId="1076"/>
          <ac:picMkLst>
            <pc:docMk/>
            <pc:sldMasterMk cId="2128652016" sldId="2147483648"/>
            <ac:picMk id="19" creationId="{AD8B22A1-F5B5-FB88-2ACF-6BD90393B4CA}"/>
          </ac:picMkLst>
        </pc:picChg>
        <pc:picChg chg="add mod">
          <ac:chgData name="神保 凱智" userId="0ca4c589-1ff0-4ca4-b00c-820fff2d83eb" providerId="ADAL" clId="{AEEC2A42-45EF-4420-BD61-DB81B82BAE2C}" dt="2026-09-10T04:39:41.524" v="1135"/>
          <ac:picMkLst>
            <pc:docMk/>
            <pc:sldMasterMk cId="2128652016" sldId="2147483648"/>
            <ac:picMk id="20" creationId="{E7B14639-18AC-5DE1-0783-65101023708F}"/>
          </ac:picMkLst>
        </pc:picChg>
        <pc:picChg chg="add mod">
          <ac:chgData name="神保 凱智" userId="0ca4c589-1ff0-4ca4-b00c-820fff2d83eb" providerId="ADAL" clId="{AEEC2A42-45EF-4420-BD61-DB81B82BAE2C}" dt="2026-09-10T04:51:49.525" v="1252" actId="164"/>
          <ac:picMkLst>
            <pc:docMk/>
            <pc:sldMasterMk cId="2128652016" sldId="2147483648"/>
            <ac:picMk id="21" creationId="{40F35649-6148-64E6-DD45-33F92D76F08F}"/>
          </ac:picMkLst>
        </pc:picChg>
        <pc:picChg chg="add del mod modCrop">
          <ac:chgData name="神保 凱智" userId="0ca4c589-1ff0-4ca4-b00c-820fff2d83eb" providerId="ADAL" clId="{AEEC2A42-45EF-4420-BD61-DB81B82BAE2C}" dt="2026-09-10T04:46:07.370" v="1201" actId="478"/>
          <ac:picMkLst>
            <pc:docMk/>
            <pc:sldMasterMk cId="2128652016" sldId="2147483648"/>
            <ac:picMk id="24" creationId="{95A03059-0420-5905-1403-02BF3FDC0051}"/>
          </ac:picMkLst>
        </pc:picChg>
        <pc:picChg chg="add del mod">
          <ac:chgData name="神保 凱智" userId="0ca4c589-1ff0-4ca4-b00c-820fff2d83eb" providerId="ADAL" clId="{AEEC2A42-45EF-4420-BD61-DB81B82BAE2C}" dt="2026-09-10T04:48:49.128" v="1220" actId="478"/>
          <ac:picMkLst>
            <pc:docMk/>
            <pc:sldMasterMk cId="2128652016" sldId="2147483648"/>
            <ac:picMk id="29" creationId="{0EC73765-262E-96FE-224F-203405E7F270}"/>
          </ac:picMkLst>
        </pc:picChg>
        <pc:picChg chg="add del mod modCrop">
          <ac:chgData name="神保 凱智" userId="0ca4c589-1ff0-4ca4-b00c-820fff2d83eb" providerId="ADAL" clId="{AEEC2A42-45EF-4420-BD61-DB81B82BAE2C}" dt="2026-09-10T04:48:36.243" v="1216" actId="478"/>
          <ac:picMkLst>
            <pc:docMk/>
            <pc:sldMasterMk cId="2128652016" sldId="2147483648"/>
            <ac:picMk id="30" creationId="{5027B129-A803-D55A-A054-EDD98B452CC5}"/>
          </ac:picMkLst>
        </pc:picChg>
        <pc:picChg chg="add del mod modCrop">
          <ac:chgData name="神保 凱智" userId="0ca4c589-1ff0-4ca4-b00c-820fff2d83eb" providerId="ADAL" clId="{AEEC2A42-45EF-4420-BD61-DB81B82BAE2C}" dt="2026-09-10T04:51:56.131" v="1255" actId="478"/>
          <ac:picMkLst>
            <pc:docMk/>
            <pc:sldMasterMk cId="2128652016" sldId="2147483648"/>
            <ac:picMk id="32" creationId="{F7690656-9A43-3CBA-4C58-A9BED6893D80}"/>
          </ac:picMkLst>
        </pc:picChg>
        <pc:picChg chg="add mod">
          <ac:chgData name="神保 凱智" userId="0ca4c589-1ff0-4ca4-b00c-820fff2d83eb" providerId="ADAL" clId="{AEEC2A42-45EF-4420-BD61-DB81B82BAE2C}" dt="2026-09-10T04:51:49.525" v="1252" actId="164"/>
          <ac:picMkLst>
            <pc:docMk/>
            <pc:sldMasterMk cId="2128652016" sldId="2147483648"/>
            <ac:picMk id="35" creationId="{3603FF22-B850-9F25-AF25-1D273194D1A6}"/>
          </ac:picMkLst>
        </pc:picChg>
        <pc:cxnChg chg="add del mod">
          <ac:chgData name="神保 凱智" userId="0ca4c589-1ff0-4ca4-b00c-820fff2d83eb" providerId="ADAL" clId="{AEEC2A42-45EF-4420-BD61-DB81B82BAE2C}" dt="2026-09-10T05:06:05.596" v="1261" actId="478"/>
          <ac:cxnSpMkLst>
            <pc:docMk/>
            <pc:sldMasterMk cId="2128652016" sldId="2147483648"/>
            <ac:cxnSpMk id="15" creationId="{E6BA8AAE-77FD-9853-53DB-3AED44BAA505}"/>
          </ac:cxnSpMkLst>
        </pc:cxnChg>
        <pc:sldLayoutChg chg="addSp delSp modSp mod">
          <pc:chgData name="神保 凱智" userId="0ca4c589-1ff0-4ca4-b00c-820fff2d83eb" providerId="ADAL" clId="{AEEC2A42-45EF-4420-BD61-DB81B82BAE2C}" dt="2026-09-10T05:06:02.703" v="1260"/>
          <pc:sldLayoutMkLst>
            <pc:docMk/>
            <pc:sldMasterMk cId="2128652016" sldId="2147483648"/>
            <pc:sldLayoutMk cId="2424022948" sldId="2147483649"/>
          </pc:sldLayoutMkLst>
          <pc:spChg chg="add del mod">
            <ac:chgData name="神保 凱智" userId="0ca4c589-1ff0-4ca4-b00c-820fff2d83eb" providerId="ADAL" clId="{AEEC2A42-45EF-4420-BD61-DB81B82BAE2C}" dt="2026-09-10T05:06:02.703" v="1260"/>
            <ac:spMkLst>
              <pc:docMk/>
              <pc:sldMasterMk cId="2128652016" sldId="2147483648"/>
              <pc:sldLayoutMk cId="2424022948" sldId="2147483649"/>
              <ac:spMk id="7" creationId="{546DAB59-2236-9EB6-143E-D261C28FCCA5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92D0F-C531-5246-9E59-461DA0F420EA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940A6-BDD6-F845-AACB-18727BC1B6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20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システム構成です。</a:t>
            </a:r>
            <a:endParaRPr kumimoji="1" lang="en-US" altLang="ja-JP"/>
          </a:p>
          <a:p>
            <a:r>
              <a:rPr kumimoji="1" lang="ja-JP" altLang="en-US"/>
              <a:t>サンプルアプリの構成を引き継ぎ、</a:t>
            </a:r>
            <a:r>
              <a:rPr kumimoji="1" lang="en-US" altLang="ja-JP" err="1"/>
              <a:t>Vue.js</a:t>
            </a:r>
            <a:r>
              <a:rPr kumimoji="1" lang="en-US" altLang="ja-JP"/>
              <a:t>, Python</a:t>
            </a:r>
            <a:r>
              <a:rPr kumimoji="1" lang="ja-JP" altLang="en-US"/>
              <a:t>の</a:t>
            </a:r>
            <a:r>
              <a:rPr kumimoji="1" lang="en-US" altLang="ja-JP"/>
              <a:t>Flask, </a:t>
            </a:r>
            <a:r>
              <a:rPr kumimoji="1" lang="en-US" altLang="ja-JP" err="1"/>
              <a:t>Ollama</a:t>
            </a:r>
            <a:r>
              <a:rPr kumimoji="1" lang="ja-JP" altLang="en-US"/>
              <a:t>の</a:t>
            </a:r>
            <a:r>
              <a:rPr kumimoji="1" lang="en-US" altLang="ja-JP"/>
              <a:t>3</a:t>
            </a:r>
            <a:r>
              <a:rPr kumimoji="1" lang="ja-JP" altLang="en-US"/>
              <a:t>段階になっています。</a:t>
            </a:r>
            <a:endParaRPr kumimoji="1" lang="en-US" altLang="ja-JP"/>
          </a:p>
          <a:p>
            <a:r>
              <a:rPr kumimoji="1" lang="ja-JP" altLang="en-US"/>
              <a:t>それぞれ</a:t>
            </a:r>
            <a:r>
              <a:rPr kumimoji="1" lang="en-US" altLang="ja-JP"/>
              <a:t>HTTP</a:t>
            </a:r>
            <a:r>
              <a:rPr kumimoji="1" lang="ja-JP" altLang="en-US"/>
              <a:t>で通信し、</a:t>
            </a:r>
            <a:r>
              <a:rPr kumimoji="1" lang="en-US" altLang="ja-JP"/>
              <a:t>API</a:t>
            </a:r>
            <a:r>
              <a:rPr kumimoji="1" lang="ja-JP" altLang="en-US"/>
              <a:t>を表面に持って接続します。</a:t>
            </a:r>
            <a:endParaRPr kumimoji="1" lang="en-US" altLang="ja-JP"/>
          </a:p>
          <a:p>
            <a:r>
              <a:rPr kumimoji="1" lang="ja-JP" altLang="en-US"/>
              <a:t>これを図にすると</a:t>
            </a:r>
            <a:r>
              <a:rPr kumimoji="1" lang="en-US" altLang="ja-JP"/>
              <a:t>…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940A6-BDD6-F845-AACB-18727BC1B600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37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このような図になります。</a:t>
            </a:r>
            <a:endParaRPr kumimoji="1" lang="en-US" altLang="ja-JP"/>
          </a:p>
          <a:p>
            <a:r>
              <a:rPr kumimoji="1" lang="ja-JP" altLang="en-US"/>
              <a:t>ごちゃごちゃしていてわかりづらいですが、重要なのは</a:t>
            </a:r>
            <a:r>
              <a:rPr kumimoji="1" lang="en-US" altLang="ja-JP"/>
              <a:t>…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940A6-BDD6-F845-AACB-18727BC1B600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990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各段階が分離していることです。</a:t>
            </a:r>
            <a:endParaRPr kumimoji="1" lang="en-US" altLang="ja-JP"/>
          </a:p>
          <a:p>
            <a:r>
              <a:rPr kumimoji="1" lang="ja-JP" altLang="en-US"/>
              <a:t>この場合であればフロントエンドから</a:t>
            </a:r>
            <a:r>
              <a:rPr kumimoji="1" lang="en-US" altLang="ja-JP" err="1"/>
              <a:t>Ollama</a:t>
            </a:r>
            <a:r>
              <a:rPr kumimoji="1" lang="ja-JP" altLang="en-US"/>
              <a:t>に触れるべきではありませんし、逆も然りです。</a:t>
            </a:r>
            <a:endParaRPr kumimoji="1" lang="en-US" altLang="ja-JP"/>
          </a:p>
          <a:p>
            <a:r>
              <a:rPr kumimoji="1" lang="ja-JP" altLang="en-US"/>
              <a:t>この構成にすることでバックエンドが</a:t>
            </a:r>
            <a:r>
              <a:rPr kumimoji="1" lang="en-US" altLang="ja-JP" err="1"/>
              <a:t>Ollama</a:t>
            </a:r>
            <a:r>
              <a:rPr kumimoji="1" lang="ja-JP" altLang="en-US"/>
              <a:t>を抽象化してくれます。</a:t>
            </a:r>
            <a:endParaRPr kumimoji="1" lang="en-US" altLang="ja-JP"/>
          </a:p>
          <a:p>
            <a:r>
              <a:rPr kumimoji="1" lang="ja-JP" altLang="en-US"/>
              <a:t>フロントエンドからすると、</a:t>
            </a:r>
            <a:r>
              <a:rPr kumimoji="1" lang="en-US" altLang="ja-JP"/>
              <a:t>AI</a:t>
            </a:r>
            <a:r>
              <a:rPr kumimoji="1" lang="ja-JP" altLang="en-US"/>
              <a:t>を動かしているサービスが</a:t>
            </a:r>
            <a:r>
              <a:rPr kumimoji="1" lang="en-US" altLang="ja-JP" err="1"/>
              <a:t>Ollama</a:t>
            </a:r>
            <a:r>
              <a:rPr kumimoji="1" lang="ja-JP" altLang="en-US"/>
              <a:t>だろうがつよつよクラウドサーバだろうが気にしなくてよくなります。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940A6-BDD6-F845-AACB-18727BC1B600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762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ja-JP"/>
              <a:t>-  </a:t>
            </a:r>
            <a:r>
              <a:rPr kumimoji="1" lang="en" altLang="ja-JP" err="1"/>
              <a:t>VSCode</a:t>
            </a:r>
            <a:r>
              <a:rPr kumimoji="1" lang="ja-JP" altLang="en-US"/>
              <a:t>で開いている画面を用意しておく</a:t>
            </a:r>
          </a:p>
          <a:p>
            <a:pPr marL="628650" lvl="1" indent="-171450">
              <a:buFontTx/>
              <a:buChar char="-"/>
            </a:pPr>
            <a:r>
              <a:rPr kumimoji="1" lang="ja-JP" altLang="en-US"/>
              <a:t>左側のメニューは閉じておく</a:t>
            </a:r>
            <a:endParaRPr kumimoji="1" lang="en-US" altLang="ja-JP"/>
          </a:p>
          <a:p>
            <a:pPr marL="628650" lvl="1" indent="-171450">
              <a:buFontTx/>
              <a:buChar char="-"/>
            </a:pPr>
            <a:r>
              <a:rPr kumimoji="1" lang="ja-JP" altLang="en-US"/>
              <a:t>下に</a:t>
            </a:r>
            <a:r>
              <a:rPr kumimoji="1" lang="en" altLang="ja-JP" err="1"/>
              <a:t>Ollama</a:t>
            </a:r>
            <a:r>
              <a:rPr kumimoji="1" lang="ja-JP" altLang="en-US"/>
              <a:t>の状態を表示しておく</a:t>
            </a:r>
            <a:r>
              <a:rPr kumimoji="1" lang="en-US" altLang="ja-JP"/>
              <a:t>	</a:t>
            </a:r>
          </a:p>
          <a:p>
            <a:pPr marL="628650" lvl="1" indent="-171450">
              <a:buFontTx/>
              <a:buChar char="-"/>
            </a:pPr>
            <a:r>
              <a:rPr kumimoji="1" lang="ja-JP" altLang="en-US"/>
              <a:t>履歴と</a:t>
            </a:r>
            <a:r>
              <a:rPr kumimoji="1" lang="en" altLang="ja-JP"/>
              <a:t>About</a:t>
            </a:r>
            <a:r>
              <a:rPr kumimoji="1" lang="ja-JP" altLang="en-US"/>
              <a:t>機能についてはメインの機能ではないため触れない</a:t>
            </a:r>
            <a:endParaRPr kumimoji="1"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940A6-BDD6-F845-AACB-18727BC1B600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161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フロントエンドの技術的な工夫点は、主に</a:t>
            </a:r>
            <a:r>
              <a:rPr kumimoji="1" lang="en-US" altLang="ja-JP"/>
              <a:t>2</a:t>
            </a:r>
            <a:r>
              <a:rPr kumimoji="1" lang="ja-JP" altLang="en-US"/>
              <a:t>つです。巨人の肩に乗ることと</a:t>
            </a:r>
            <a:r>
              <a:rPr kumimoji="1" lang="en-US" altLang="ja-JP"/>
              <a:t>UX</a:t>
            </a:r>
            <a:r>
              <a:rPr kumimoji="1" lang="ja-JP" altLang="en-US"/>
              <a:t>ですね。</a:t>
            </a:r>
            <a:endParaRPr kumimoji="1" lang="en-US" altLang="ja-JP"/>
          </a:p>
          <a:p>
            <a:r>
              <a:rPr kumimoji="1" lang="ja-JP" altLang="en-US"/>
              <a:t>特に</a:t>
            </a:r>
            <a:r>
              <a:rPr kumimoji="1" lang="en-US" altLang="ja-JP"/>
              <a:t>UI</a:t>
            </a:r>
            <a:r>
              <a:rPr kumimoji="1" lang="ja-JP" altLang="en-US"/>
              <a:t>を作る際は</a:t>
            </a:r>
            <a:r>
              <a:rPr kumimoji="1" lang="en-US" altLang="ja-JP"/>
              <a:t>UI</a:t>
            </a:r>
            <a:r>
              <a:rPr kumimoji="1" lang="ja-JP" altLang="en-US"/>
              <a:t>ライブラリ（あるいはフロントエンドツールキット）の機能に全力で乗っかり、できるだけ自分で書かないようにしました。</a:t>
            </a:r>
            <a:endParaRPr kumimoji="1" lang="en-US" altLang="ja-JP"/>
          </a:p>
          <a:p>
            <a:r>
              <a:rPr kumimoji="1" lang="ja-JP" altLang="en-US"/>
              <a:t>これにより、賢人たちが各種ブラウザ・環境の差異を抽象化してくれ、結果レスポンシブにも対応できました。</a:t>
            </a:r>
            <a:endParaRPr kumimoji="1" lang="en-US" altLang="ja-JP"/>
          </a:p>
          <a:p>
            <a:r>
              <a:rPr kumimoji="1" lang="en-US" altLang="ja-JP"/>
              <a:t>UX</a:t>
            </a:r>
            <a:r>
              <a:rPr kumimoji="1" lang="ja-JP" altLang="en-US"/>
              <a:t>の面では、やはり</a:t>
            </a:r>
            <a:r>
              <a:rPr kumimoji="1" lang="en-US" altLang="ja-JP"/>
              <a:t>LLM</a:t>
            </a:r>
            <a:r>
              <a:rPr kumimoji="1" lang="ja-JP" altLang="en-US"/>
              <a:t>の生成時間の「待たされている感じ」を、随時結果を表示することである程度軽減できたものと思います。</a:t>
            </a:r>
            <a:endParaRPr kumimoji="1"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940A6-BDD6-F845-AACB-18727BC1B60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2043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940A6-BDD6-F845-AACB-18727BC1B600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25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BA0B98-08B2-0C62-6CB3-B3CEA65B6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BF42E0-464C-164A-6A9C-5A5ED8468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367129-27C6-B647-CD7B-0C3B56FD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EF66D4-32FD-E3E9-D058-775A476EE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9C5C6C-9C9E-4B62-5087-76A076C2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402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5ABD24-1A37-0836-0F0F-94114B4C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8EEB52-B79C-3BE4-0C36-9BA07EFD3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93DFB-4673-4395-E7BF-8536CC09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1705FD-64DC-44C1-8672-B93E60C0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6BF4B3-FE37-C4D7-5063-8F27CF935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3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730B10-6EE9-4634-974D-428EE86E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FB4353-2398-48A0-9D0B-DD0926227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9FC2C5-538D-0248-E951-D0789108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25BC62-2E89-7F16-A28E-B9956A3E2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CEAE83-9A06-571A-5BB3-BE01337F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48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FEA75F-4F50-A84F-5B3B-2CE392663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8AFE17-7D74-40F9-E784-9A3E5740E9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2F7CAD-21FB-C69C-CED7-8E17BE70F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EB6C37-45BC-FBB9-7728-B9F696F6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39CD0D-2AA6-6314-CC74-FAC913E1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624E44-1AFE-6E8E-0AFA-BC14062B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94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1FA121-B374-CC3B-7AF5-D3C53087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99FD6D-100F-7F34-024A-C05F937A7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20AD24-BCCA-3FA7-1292-D96E01D27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E0DE5C-E442-0FA6-739F-948EBDA77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AA7454B-A111-C7A4-50FF-9F0D92A45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8CAC40D-9B09-9E57-85C1-58E77419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FD5831D-985C-BB82-B02D-5B1F4F11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7A85494-B037-E32A-5B72-3DF0B19D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02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714F13-5E75-15B3-2A69-57C777E20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757A987-D835-FB12-E9A0-151B93F2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A150F7-FDD6-4ACD-6DEB-4CE6A374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A549AF6-0B85-8E07-3121-FEB00E96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383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AFFB64C-B5B5-BD07-8598-9E513DFD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B47282D-0B4B-AE32-C464-AB83F056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75A6B9-6077-0102-CB0E-C92FA21ED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52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3DBF2-7D1D-A8CD-AD2C-77F201A94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413C44-A07E-BB6D-85CE-4B26ADD85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520606-A1B3-E7A1-D5D0-82E9DF1CE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18B00D-0391-909A-EA87-C39526A4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37BC7A-7CCA-29B3-2071-FA1B464E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E7BFA5-9CC3-CC5F-AD4C-6B49B5A0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053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D9C518-FA39-D24E-B393-7308C4605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FDD9DA-109A-E61F-9981-9E830C42D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C9F8A9C-DAD5-7C7C-91F9-F806E64D2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4DC0FB-FE8A-5EC7-28F4-3BDC217B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0F32E9-4F2C-8600-5D85-CF79068F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CF834C-C1C0-C1A7-EA86-EC9DA760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293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2D11BC-89A5-7EC8-3E73-99CADE5B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DC8FFA2-90B7-831F-C0CB-4AE4A04A5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1E623A-BE2B-58EF-B4BE-6C2442B4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135D8B-DA5F-C66F-5F60-60C52466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5428AA-D3D6-5A5D-3B62-76EA9EC0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18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B4FB4B-BE86-F69B-B25D-8E35D8E56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7EEA65-4D81-ED55-C64A-10E6B7DF5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52FC63-F2F0-EEB2-8ECF-B61D89351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BB13A5-9F67-5333-BBAA-AAAC887D1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08105E-9625-195A-B595-7E986CF1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41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26C55A-6DE3-BB3F-FDEB-9B9E105B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E339613-2D87-49E7-4C67-DFC0379E8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575FBA-17E2-9CED-4830-78A6019E2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584CE-C286-4B83-92E7-AF95C3926D79}" type="datetimeFigureOut">
              <a:rPr kumimoji="1" lang="ja-JP" altLang="en-US" smtClean="0"/>
              <a:t>2026/9/11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8AB2B8-F47B-6F20-078C-2DF67AAC5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F1F5B4-8BB7-E5F8-56DF-D63624EF29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FBF44-2FB5-4A58-A639-A1510BAA498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D036C6-1ADC-CCF7-123A-C7BEBDE3F328}"/>
              </a:ext>
            </a:extLst>
          </p:cNvPr>
          <p:cNvSpPr txBox="1"/>
          <p:nvPr userDrawn="1"/>
        </p:nvSpPr>
        <p:spPr>
          <a:xfrm>
            <a:off x="838200" y="230188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1400" b="0" i="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　実践ソフトウェア開発</a:t>
            </a:r>
            <a:r>
              <a:rPr kumimoji="1" lang="en-US" altLang="ja-JP" sz="1400" b="0" i="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2026</a:t>
            </a:r>
            <a:endParaRPr kumimoji="1" lang="ja-JP" altLang="en-US" sz="1400" b="0" i="0">
              <a:solidFill>
                <a:schemeClr val="bg1">
                  <a:lumMod val="85000"/>
                </a:schemeClr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2D12A5-8800-2E8B-740C-FF0169EBBFA1}"/>
              </a:ext>
            </a:extLst>
          </p:cNvPr>
          <p:cNvSpPr txBox="1"/>
          <p:nvPr userDrawn="1"/>
        </p:nvSpPr>
        <p:spPr>
          <a:xfrm>
            <a:off x="8610600" y="230188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1400" b="0" i="0" dirty="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５班</a:t>
            </a:r>
            <a:r>
              <a:rPr kumimoji="1" lang="en-US" altLang="ja-JP" sz="1400" b="0" i="0" dirty="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 | </a:t>
            </a:r>
            <a:r>
              <a:rPr kumimoji="1" lang="ja-JP" altLang="en-US" sz="1400" b="0" i="0" dirty="0">
                <a:solidFill>
                  <a:schemeClr val="bg1">
                    <a:lumMod val="8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小林 令・神保  凱智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350AE60-3BDD-7530-E549-88625C447707}"/>
              </a:ext>
            </a:extLst>
          </p:cNvPr>
          <p:cNvSpPr/>
          <p:nvPr userDrawn="1"/>
        </p:nvSpPr>
        <p:spPr>
          <a:xfrm rot="16200000">
            <a:off x="935789" y="298283"/>
            <a:ext cx="133684" cy="133684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グラフィックス 18" descr="ドキュメント 単色塗りつぶし">
            <a:extLst>
              <a:ext uri="{FF2B5EF4-FFF2-40B4-BE49-F238E27FC236}">
                <a16:creationId xmlns:a16="http://schemas.microsoft.com/office/drawing/2014/main" id="{AD8B22A1-F5B5-FB88-2ACF-6BD90393B4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89166" y="5255129"/>
            <a:ext cx="1843668" cy="1843668"/>
          </a:xfrm>
          <a:prstGeom prst="rect">
            <a:avLst/>
          </a:prstGeom>
        </p:spPr>
      </p:pic>
      <p:pic>
        <p:nvPicPr>
          <p:cNvPr id="20" name="グラフィックス 19" descr="無線マイク 枠線">
            <a:extLst>
              <a:ext uri="{FF2B5EF4-FFF2-40B4-BE49-F238E27FC236}">
                <a16:creationId xmlns:a16="http://schemas.microsoft.com/office/drawing/2014/main" id="{E7B14639-18AC-5DE1-0783-651010237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635620" y="5338918"/>
            <a:ext cx="2338039" cy="233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5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>
              <a:lumMod val="75000"/>
              <a:lumOff val="25000"/>
            </a:schemeClr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01E270-2A2F-6D14-7380-69AECC3C0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870517"/>
          </a:xfrm>
        </p:spPr>
        <p:txBody>
          <a:bodyPr/>
          <a:lstStyle/>
          <a:p>
            <a:r>
              <a:rPr kumimoji="1" lang="en-US" altLang="ja-JP" sz="8800" err="1"/>
              <a:t>OtoMatome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31DA72-341D-748E-58F9-0B8A8D01B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6240"/>
            <a:ext cx="9144000" cy="1051560"/>
          </a:xfrm>
        </p:spPr>
        <p:txBody>
          <a:bodyPr>
            <a:normAutofit/>
          </a:bodyPr>
          <a:lstStyle/>
          <a:p>
            <a:r>
              <a:rPr kumimoji="1" lang="ja-JP" altLang="en-US" sz="3600"/>
              <a:t>聞いた話を、わかりやすく。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21F587F-E603-CC76-B50B-2B3380DFA166}"/>
              </a:ext>
            </a:extLst>
          </p:cNvPr>
          <p:cNvGrpSpPr/>
          <p:nvPr/>
        </p:nvGrpSpPr>
        <p:grpSpPr>
          <a:xfrm>
            <a:off x="9629148" y="2267615"/>
            <a:ext cx="1379034" cy="1417812"/>
            <a:chOff x="7944281" y="3519631"/>
            <a:chExt cx="1379034" cy="1417812"/>
          </a:xfrm>
        </p:grpSpPr>
        <p:sp>
          <p:nvSpPr>
            <p:cNvPr id="33" name="四角形: 角を丸くする 32">
              <a:extLst>
                <a:ext uri="{FF2B5EF4-FFF2-40B4-BE49-F238E27FC236}">
                  <a16:creationId xmlns:a16="http://schemas.microsoft.com/office/drawing/2014/main" id="{3E5CB7C0-9739-E9E2-421C-3C0959FCA210}"/>
                </a:ext>
              </a:extLst>
            </p:cNvPr>
            <p:cNvSpPr/>
            <p:nvPr userDrawn="1"/>
          </p:nvSpPr>
          <p:spPr>
            <a:xfrm>
              <a:off x="7944281" y="3519631"/>
              <a:ext cx="1379034" cy="141781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1" name="グラフィックス 10" descr="無線マイク 枠線">
              <a:extLst>
                <a:ext uri="{FF2B5EF4-FFF2-40B4-BE49-F238E27FC236}">
                  <a16:creationId xmlns:a16="http://schemas.microsoft.com/office/drawing/2014/main" id="{B881EB54-4155-88CA-2D75-A06D49CBC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944281" y="3900712"/>
              <a:ext cx="655651" cy="655651"/>
            </a:xfrm>
            <a:prstGeom prst="rect">
              <a:avLst/>
            </a:prstGeom>
          </p:spPr>
        </p:pic>
        <p:pic>
          <p:nvPicPr>
            <p:cNvPr id="21" name="グラフィックス 20" descr="ドキュメント 単色塗りつぶし">
              <a:extLst>
                <a:ext uri="{FF2B5EF4-FFF2-40B4-BE49-F238E27FC236}">
                  <a16:creationId xmlns:a16="http://schemas.microsoft.com/office/drawing/2014/main" id="{40F35649-6148-64E6-DD45-33F92D76F0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30974" y="4228538"/>
              <a:ext cx="582774" cy="582774"/>
            </a:xfrm>
            <a:prstGeom prst="rect">
              <a:avLst/>
            </a:prstGeom>
          </p:spPr>
        </p:pic>
        <p:pic>
          <p:nvPicPr>
            <p:cNvPr id="35" name="グラフィックス 34" descr="矢印: 右回転 単色塗りつぶし">
              <a:extLst>
                <a:ext uri="{FF2B5EF4-FFF2-40B4-BE49-F238E27FC236}">
                  <a16:creationId xmlns:a16="http://schemas.microsoft.com/office/drawing/2014/main" id="{3603FF22-B850-9F25-AF25-1D273194D1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47840" y="3520185"/>
              <a:ext cx="730659" cy="7306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0960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D4D40D-3157-E777-95A5-8ECFE6B01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ja-JP" altLang="ja-JP" sz="3200">
                <a:latin typeface="Yu Gothic" panose="020B0400000000000000" pitchFamily="34" charset="-128"/>
                <a:ea typeface="Yu Gothic" panose="020B0400000000000000" pitchFamily="34" charset="-128"/>
              </a:rPr>
              <a:t>OtoMatomeは</a:t>
            </a:r>
            <a:r>
              <a:rPr lang="ja-JP" altLang="en-US" sz="3200">
                <a:latin typeface="Yu Gothic" panose="020B0400000000000000" pitchFamily="34" charset="-128"/>
                <a:ea typeface="Yu Gothic" panose="020B0400000000000000" pitchFamily="34" charset="-128"/>
              </a:rPr>
              <a:t>、</a:t>
            </a:r>
            <a:r>
              <a:rPr lang="ja-JP" altLang="ja-JP" sz="3200">
                <a:latin typeface="Yu Gothic" panose="020B0400000000000000" pitchFamily="34" charset="-128"/>
                <a:ea typeface="Yu Gothic" panose="020B0400000000000000" pitchFamily="34" charset="-128"/>
              </a:rPr>
              <a:t>生成AIを活用した</a:t>
            </a:r>
            <a:br>
              <a:rPr lang="en-US" altLang="ja-JP" sz="3200"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ja-JP" altLang="ja-JP" sz="4400" b="1">
                <a:latin typeface="Yu Gothic" panose="020B0400000000000000" pitchFamily="34" charset="-128"/>
                <a:ea typeface="Yu Gothic" panose="020B0400000000000000" pitchFamily="34" charset="-128"/>
              </a:rPr>
              <a:t>音声入力の要約・整理ができる</a:t>
            </a:r>
            <a:br>
              <a:rPr lang="en-US" altLang="ja-JP" sz="4400" b="1"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ja-JP" altLang="ja-JP" sz="4400" b="1">
                <a:latin typeface="Yu Gothic" panose="020B0400000000000000" pitchFamily="34" charset="-128"/>
                <a:ea typeface="Yu Gothic" panose="020B0400000000000000" pitchFamily="34" charset="-128"/>
              </a:rPr>
              <a:t>ブラウザ上で動作するアプリケーション</a:t>
            </a:r>
            <a:br>
              <a:rPr lang="en-US" altLang="ja-JP" sz="3200" b="1"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ja-JP" altLang="ja-JP" sz="3200">
                <a:latin typeface="Yu Gothic" panose="020B0400000000000000" pitchFamily="34" charset="-128"/>
                <a:ea typeface="Yu Gothic" panose="020B0400000000000000" pitchFamily="34" charset="-128"/>
              </a:rPr>
              <a:t>です。</a:t>
            </a:r>
            <a:endParaRPr kumimoji="1" lang="ja-JP" altLang="en-US" sz="320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494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CA5BD-1617-411D-8281-3FAD4B58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5A42D-E1FA-6EC0-E760-5A79D028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rgbClr val="FF0000"/>
                </a:solidFill>
              </a:rPr>
              <a:t>背景</a:t>
            </a:r>
            <a:r>
              <a:rPr kumimoji="1" lang="ja-JP" altLang="en-US"/>
              <a:t>と課題</a:t>
            </a:r>
          </a:p>
        </p:txBody>
      </p:sp>
      <p:pic>
        <p:nvPicPr>
          <p:cNvPr id="9" name="グラフィックス 8" descr="ドキュメント 単色塗りつぶし">
            <a:extLst>
              <a:ext uri="{FF2B5EF4-FFF2-40B4-BE49-F238E27FC236}">
                <a16:creationId xmlns:a16="http://schemas.microsoft.com/office/drawing/2014/main" id="{14DD719D-0F43-6A22-A995-30C58D21E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9551" y="4250128"/>
            <a:ext cx="1752600" cy="1752600"/>
          </a:xfrm>
          <a:prstGeom prst="rect">
            <a:avLst/>
          </a:prstGeom>
        </p:spPr>
      </p:pic>
      <p:pic>
        <p:nvPicPr>
          <p:cNvPr id="11" name="グラフィックス 10" descr="音声 単色塗りつぶし">
            <a:extLst>
              <a:ext uri="{FF2B5EF4-FFF2-40B4-BE49-F238E27FC236}">
                <a16:creationId xmlns:a16="http://schemas.microsoft.com/office/drawing/2014/main" id="{B5AC50E9-9DAF-E3BC-248B-A8F091C8C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0" y="-2394267"/>
            <a:ext cx="1478280" cy="1478280"/>
          </a:xfrm>
          <a:prstGeom prst="rect">
            <a:avLst/>
          </a:prstGeom>
        </p:spPr>
      </p:pic>
      <p:pic>
        <p:nvPicPr>
          <p:cNvPr id="13" name="グラフィックス 12" descr="無線マイク 単色塗りつぶし">
            <a:extLst>
              <a:ext uri="{FF2B5EF4-FFF2-40B4-BE49-F238E27FC236}">
                <a16:creationId xmlns:a16="http://schemas.microsoft.com/office/drawing/2014/main" id="{D532439C-6F7C-7FC3-6006-C5CF94224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78" y="1450127"/>
            <a:ext cx="1417320" cy="1417320"/>
          </a:xfrm>
          <a:prstGeom prst="rect">
            <a:avLst/>
          </a:prstGeom>
        </p:spPr>
      </p:pic>
      <p:pic>
        <p:nvPicPr>
          <p:cNvPr id="14" name="図 13" descr="「重要」のマーク">
            <a:extLst>
              <a:ext uri="{FF2B5EF4-FFF2-40B4-BE49-F238E27FC236}">
                <a16:creationId xmlns:a16="http://schemas.microsoft.com/office/drawing/2014/main" id="{EA357D7A-069C-5339-50D9-D3E26D154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8531542"/>
            <a:ext cx="1905000" cy="1362075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75A76A1-BA8D-4BCE-52E3-A58B41568B94}"/>
              </a:ext>
            </a:extLst>
          </p:cNvPr>
          <p:cNvSpPr txBox="1"/>
          <p:nvPr/>
        </p:nvSpPr>
        <p:spPr>
          <a:xfrm>
            <a:off x="2362202" y="2767282"/>
            <a:ext cx="103022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ja-JP" sz="40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44C4DDD-EC5D-384E-5D1A-9C75A5732950}"/>
              </a:ext>
            </a:extLst>
          </p:cNvPr>
          <p:cNvSpPr txBox="1"/>
          <p:nvPr/>
        </p:nvSpPr>
        <p:spPr>
          <a:xfrm>
            <a:off x="2184566" y="2626886"/>
            <a:ext cx="70643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/>
              <a:t>音声を</a:t>
            </a:r>
            <a:r>
              <a:rPr lang="ja-JP" altLang="en-US" sz="4000">
                <a:solidFill>
                  <a:srgbClr val="FF0000"/>
                </a:solidFill>
              </a:rPr>
              <a:t>聞く</a:t>
            </a:r>
            <a:r>
              <a:rPr lang="ja-JP" altLang="en-US" sz="4000"/>
              <a:t>より、</a:t>
            </a:r>
            <a:r>
              <a:rPr lang="en-US" altLang="ja-JP" sz="4000"/>
              <a:t>						</a:t>
            </a:r>
            <a:r>
              <a:rPr lang="ja-JP" altLang="en-US" sz="4000">
                <a:solidFill>
                  <a:srgbClr val="FF0000"/>
                </a:solidFill>
              </a:rPr>
              <a:t>読んだ</a:t>
            </a:r>
            <a:r>
              <a:rPr lang="ja-JP" altLang="en-US" sz="4000"/>
              <a:t>方がはやい</a:t>
            </a:r>
            <a:endParaRPr lang="en-US" altLang="ja-JP" sz="4000"/>
          </a:p>
        </p:txBody>
      </p:sp>
    </p:spTree>
    <p:extLst>
      <p:ext uri="{BB962C8B-B14F-4D97-AF65-F5344CB8AC3E}">
        <p14:creationId xmlns:p14="http://schemas.microsoft.com/office/powerpoint/2010/main" val="2505113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151EA-5815-F89F-1EB6-AC53F026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BFBEC5-B12F-ADA9-43CC-54BEB255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rgbClr val="FF0000"/>
                </a:solidFill>
              </a:rPr>
              <a:t>背景</a:t>
            </a:r>
            <a:r>
              <a:rPr kumimoji="1" lang="ja-JP" altLang="en-US"/>
              <a:t>と課題</a:t>
            </a:r>
          </a:p>
        </p:txBody>
      </p:sp>
      <p:pic>
        <p:nvPicPr>
          <p:cNvPr id="9" name="グラフィックス 8" descr="ドキュメント 単色塗りつぶし">
            <a:extLst>
              <a:ext uri="{FF2B5EF4-FFF2-40B4-BE49-F238E27FC236}">
                <a16:creationId xmlns:a16="http://schemas.microsoft.com/office/drawing/2014/main" id="{BEAC4E13-6235-FA48-C803-216D5B459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1880" y="7321600"/>
            <a:ext cx="1752600" cy="1752600"/>
          </a:xfrm>
          <a:prstGeom prst="rect">
            <a:avLst/>
          </a:prstGeom>
        </p:spPr>
      </p:pic>
      <p:pic>
        <p:nvPicPr>
          <p:cNvPr id="11" name="グラフィックス 10" descr="音声 単色塗りつぶし">
            <a:extLst>
              <a:ext uri="{FF2B5EF4-FFF2-40B4-BE49-F238E27FC236}">
                <a16:creationId xmlns:a16="http://schemas.microsoft.com/office/drawing/2014/main" id="{BE514A3D-D3C4-E78B-2CE2-B61FF3623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0" y="-2394267"/>
            <a:ext cx="1478280" cy="1478280"/>
          </a:xfrm>
          <a:prstGeom prst="rect">
            <a:avLst/>
          </a:prstGeom>
        </p:spPr>
      </p:pic>
      <p:pic>
        <p:nvPicPr>
          <p:cNvPr id="13" name="グラフィックス 12" descr="無線マイク 単色塗りつぶし">
            <a:extLst>
              <a:ext uri="{FF2B5EF4-FFF2-40B4-BE49-F238E27FC236}">
                <a16:creationId xmlns:a16="http://schemas.microsoft.com/office/drawing/2014/main" id="{73BC4873-039B-492D-080C-83075D5886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9520" y="1474446"/>
            <a:ext cx="1417320" cy="1417320"/>
          </a:xfrm>
          <a:prstGeom prst="rect">
            <a:avLst/>
          </a:prstGeom>
        </p:spPr>
      </p:pic>
      <p:pic>
        <p:nvPicPr>
          <p:cNvPr id="14" name="図 13" descr="「重要」のマーク">
            <a:extLst>
              <a:ext uri="{FF2B5EF4-FFF2-40B4-BE49-F238E27FC236}">
                <a16:creationId xmlns:a16="http://schemas.microsoft.com/office/drawing/2014/main" id="{F91BF0CF-DF47-2943-81E7-52FC35AC5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300" y="4470399"/>
            <a:ext cx="1905000" cy="1362075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82356E8-33C2-F363-9C41-30E8CB064AD1}"/>
              </a:ext>
            </a:extLst>
          </p:cNvPr>
          <p:cNvSpPr txBox="1"/>
          <p:nvPr/>
        </p:nvSpPr>
        <p:spPr>
          <a:xfrm>
            <a:off x="1645922" y="2675523"/>
            <a:ext cx="10302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>
                <a:solidFill>
                  <a:srgbClr val="FF0000"/>
                </a:solidFill>
              </a:rPr>
              <a:t>音声</a:t>
            </a:r>
            <a:r>
              <a:rPr lang="ja-JP" altLang="en-US" sz="4000"/>
              <a:t>の中で</a:t>
            </a:r>
            <a:endParaRPr lang="en-US" altLang="ja-JP" sz="4000"/>
          </a:p>
          <a:p>
            <a:r>
              <a:rPr lang="en-US" altLang="ja-JP" sz="4000"/>
              <a:t>		</a:t>
            </a:r>
            <a:r>
              <a:rPr lang="ja-JP" altLang="en-US" sz="4000">
                <a:solidFill>
                  <a:srgbClr val="FF0000"/>
                </a:solidFill>
              </a:rPr>
              <a:t>重要</a:t>
            </a:r>
            <a:r>
              <a:rPr lang="ja-JP" altLang="en-US" sz="4000"/>
              <a:t>なところを知りたい</a:t>
            </a:r>
            <a:endParaRPr lang="en-US" altLang="ja-JP" sz="4000"/>
          </a:p>
        </p:txBody>
      </p:sp>
    </p:spTree>
    <p:extLst>
      <p:ext uri="{BB962C8B-B14F-4D97-AF65-F5344CB8AC3E}">
        <p14:creationId xmlns:p14="http://schemas.microsoft.com/office/powerpoint/2010/main" val="235112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7C72F-9945-567D-240C-C3D4B0D1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E6DFA9-79ED-832A-82D9-3653D10E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rgbClr val="FF0000"/>
                </a:solidFill>
              </a:rPr>
              <a:t>背景</a:t>
            </a:r>
            <a:r>
              <a:rPr kumimoji="1" lang="ja-JP" altLang="en-US"/>
              <a:t>と課題</a:t>
            </a:r>
          </a:p>
        </p:txBody>
      </p:sp>
      <p:pic>
        <p:nvPicPr>
          <p:cNvPr id="11" name="グラフィックス 10" descr="音声 単色塗りつぶし">
            <a:extLst>
              <a:ext uri="{FF2B5EF4-FFF2-40B4-BE49-F238E27FC236}">
                <a16:creationId xmlns:a16="http://schemas.microsoft.com/office/drawing/2014/main" id="{9FBC992F-35B8-F7D3-4EC8-0F02B2CBFC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8240" y="-2394267"/>
            <a:ext cx="1478280" cy="1478280"/>
          </a:xfrm>
          <a:prstGeom prst="rect">
            <a:avLst/>
          </a:prstGeom>
        </p:spPr>
      </p:pic>
      <p:pic>
        <p:nvPicPr>
          <p:cNvPr id="13" name="グラフィックス 12" descr="無線マイク 単色塗りつぶし">
            <a:extLst>
              <a:ext uri="{FF2B5EF4-FFF2-40B4-BE49-F238E27FC236}">
                <a16:creationId xmlns:a16="http://schemas.microsoft.com/office/drawing/2014/main" id="{8AF21941-5244-A8EA-5DD5-3B6C604F99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1020" y="6858000"/>
            <a:ext cx="1417320" cy="1417320"/>
          </a:xfrm>
          <a:prstGeom prst="rect">
            <a:avLst/>
          </a:prstGeom>
        </p:spPr>
      </p:pic>
      <p:pic>
        <p:nvPicPr>
          <p:cNvPr id="14" name="図 13" descr="「重要」のマーク">
            <a:extLst>
              <a:ext uri="{FF2B5EF4-FFF2-40B4-BE49-F238E27FC236}">
                <a16:creationId xmlns:a16="http://schemas.microsoft.com/office/drawing/2014/main" id="{A5CD2FB8-7253-B4B8-DF5F-726F84DA0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180" y="8531542"/>
            <a:ext cx="1905000" cy="1362075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64344E6-AD3B-6479-09CE-1FAC573061B7}"/>
              </a:ext>
            </a:extLst>
          </p:cNvPr>
          <p:cNvSpPr txBox="1"/>
          <p:nvPr/>
        </p:nvSpPr>
        <p:spPr>
          <a:xfrm>
            <a:off x="772243" y="2250926"/>
            <a:ext cx="10949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000"/>
              <a:t>文字を</a:t>
            </a:r>
            <a:r>
              <a:rPr lang="ja-JP" altLang="en-US" sz="4000">
                <a:solidFill>
                  <a:srgbClr val="FF0000"/>
                </a:solidFill>
              </a:rPr>
              <a:t>書く</a:t>
            </a:r>
            <a:r>
              <a:rPr lang="ja-JP" altLang="en-US" sz="4000"/>
              <a:t>、</a:t>
            </a:r>
            <a:r>
              <a:rPr lang="ja-JP" altLang="en-US" sz="4000">
                <a:solidFill>
                  <a:srgbClr val="FF0000"/>
                </a:solidFill>
              </a:rPr>
              <a:t>打つ</a:t>
            </a:r>
            <a:r>
              <a:rPr lang="ja-JP" altLang="en-US" sz="4000"/>
              <a:t>より、</a:t>
            </a:r>
            <a:endParaRPr lang="en-US" altLang="ja-JP" sz="4000"/>
          </a:p>
          <a:p>
            <a:r>
              <a:rPr lang="en-US" altLang="ja-JP" sz="4000"/>
              <a:t>		</a:t>
            </a:r>
            <a:r>
              <a:rPr lang="ja-JP" altLang="en-US" sz="4000">
                <a:solidFill>
                  <a:srgbClr val="FF0000"/>
                </a:solidFill>
              </a:rPr>
              <a:t>音声</a:t>
            </a:r>
            <a:r>
              <a:rPr lang="ja-JP" altLang="en-US" sz="4000"/>
              <a:t>にして</a:t>
            </a:r>
            <a:r>
              <a:rPr lang="ja-JP" altLang="en-US" sz="4000">
                <a:solidFill>
                  <a:srgbClr val="FF0000"/>
                </a:solidFill>
              </a:rPr>
              <a:t>読んだ</a:t>
            </a:r>
            <a:r>
              <a:rPr lang="ja-JP" altLang="en-US" sz="4000"/>
              <a:t>方が手っ取り早い</a:t>
            </a:r>
            <a:endParaRPr lang="en-US" altLang="ja-JP" sz="4000"/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81794569-E166-C646-EF8E-D8B72F81CBBA}"/>
              </a:ext>
            </a:extLst>
          </p:cNvPr>
          <p:cNvGrpSpPr/>
          <p:nvPr/>
        </p:nvGrpSpPr>
        <p:grpSpPr>
          <a:xfrm>
            <a:off x="1466038" y="4394661"/>
            <a:ext cx="8790482" cy="1643043"/>
            <a:chOff x="418476" y="4354499"/>
            <a:chExt cx="8790482" cy="1643043"/>
          </a:xfrm>
        </p:grpSpPr>
        <p:sp>
          <p:nvSpPr>
            <p:cNvPr id="26" name="四角形: 角を丸くする 25">
              <a:extLst>
                <a:ext uri="{FF2B5EF4-FFF2-40B4-BE49-F238E27FC236}">
                  <a16:creationId xmlns:a16="http://schemas.microsoft.com/office/drawing/2014/main" id="{17A08D84-0D0A-C2C7-2A99-90E52308A88E}"/>
                </a:ext>
              </a:extLst>
            </p:cNvPr>
            <p:cNvSpPr/>
            <p:nvPr/>
          </p:nvSpPr>
          <p:spPr>
            <a:xfrm>
              <a:off x="7611211" y="4354499"/>
              <a:ext cx="1597747" cy="154078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A4CA61F3-2115-5C6F-E4A8-D5C5BEA8CCB5}"/>
                </a:ext>
              </a:extLst>
            </p:cNvPr>
            <p:cNvSpPr/>
            <p:nvPr/>
          </p:nvSpPr>
          <p:spPr>
            <a:xfrm>
              <a:off x="418476" y="4374436"/>
              <a:ext cx="2789420" cy="154078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" name="グラフィックス 8" descr="ドキュメント 単色塗りつぶし">
              <a:extLst>
                <a:ext uri="{FF2B5EF4-FFF2-40B4-BE49-F238E27FC236}">
                  <a16:creationId xmlns:a16="http://schemas.microsoft.com/office/drawing/2014/main" id="{1D812EF8-E956-5466-3D40-61D91F3E5A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58465" y="4513229"/>
              <a:ext cx="1103237" cy="1103237"/>
            </a:xfrm>
            <a:prstGeom prst="rect">
              <a:avLst/>
            </a:prstGeom>
          </p:spPr>
        </p:pic>
        <p:pic>
          <p:nvPicPr>
            <p:cNvPr id="18" name="グラフィックス 17" descr="キーボード 単色塗りつぶし">
              <a:extLst>
                <a:ext uri="{FF2B5EF4-FFF2-40B4-BE49-F238E27FC236}">
                  <a16:creationId xmlns:a16="http://schemas.microsoft.com/office/drawing/2014/main" id="{6944E211-C1E3-AF07-3C4B-BCA4280F5D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90402" y="4538892"/>
              <a:ext cx="1458649" cy="1458650"/>
            </a:xfrm>
            <a:prstGeom prst="rect">
              <a:avLst/>
            </a:prstGeom>
          </p:spPr>
        </p:pic>
        <p:sp>
          <p:nvSpPr>
            <p:cNvPr id="22" name="四角形: 角を丸くする 21">
              <a:extLst>
                <a:ext uri="{FF2B5EF4-FFF2-40B4-BE49-F238E27FC236}">
                  <a16:creationId xmlns:a16="http://schemas.microsoft.com/office/drawing/2014/main" id="{E40BABB3-A22D-2067-A276-BCD13A1CBB66}"/>
                </a:ext>
              </a:extLst>
            </p:cNvPr>
            <p:cNvSpPr/>
            <p:nvPr/>
          </p:nvSpPr>
          <p:spPr>
            <a:xfrm>
              <a:off x="4498253" y="4374436"/>
              <a:ext cx="1597747" cy="154078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矢印: 右 19">
              <a:extLst>
                <a:ext uri="{FF2B5EF4-FFF2-40B4-BE49-F238E27FC236}">
                  <a16:creationId xmlns:a16="http://schemas.microsoft.com/office/drawing/2014/main" id="{4FEB0E35-C849-5E11-1078-B22D5DFE7312}"/>
                </a:ext>
              </a:extLst>
            </p:cNvPr>
            <p:cNvSpPr/>
            <p:nvPr/>
          </p:nvSpPr>
          <p:spPr>
            <a:xfrm>
              <a:off x="3393293" y="4902511"/>
              <a:ext cx="978408" cy="484632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4" name="グラフィックス 23" descr="無線マイク 単色塗りつぶし">
              <a:extLst>
                <a:ext uri="{FF2B5EF4-FFF2-40B4-BE49-F238E27FC236}">
                  <a16:creationId xmlns:a16="http://schemas.microsoft.com/office/drawing/2014/main" id="{2B59EFAC-31CD-51F7-6238-FF22E4E09A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55650" y="4513229"/>
              <a:ext cx="1223322" cy="1223322"/>
            </a:xfrm>
            <a:prstGeom prst="rect">
              <a:avLst/>
            </a:prstGeom>
          </p:spPr>
        </p:pic>
        <p:sp>
          <p:nvSpPr>
            <p:cNvPr id="25" name="矢印: 右 24">
              <a:extLst>
                <a:ext uri="{FF2B5EF4-FFF2-40B4-BE49-F238E27FC236}">
                  <a16:creationId xmlns:a16="http://schemas.microsoft.com/office/drawing/2014/main" id="{473788F6-ECED-B5A6-C927-F4B23EACE20C}"/>
                </a:ext>
              </a:extLst>
            </p:cNvPr>
            <p:cNvSpPr/>
            <p:nvPr/>
          </p:nvSpPr>
          <p:spPr>
            <a:xfrm>
              <a:off x="6253397" y="4902511"/>
              <a:ext cx="978408" cy="484632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8" name="グラフィックス 27" descr="鉛筆 単色塗りつぶし">
              <a:extLst>
                <a:ext uri="{FF2B5EF4-FFF2-40B4-BE49-F238E27FC236}">
                  <a16:creationId xmlns:a16="http://schemas.microsoft.com/office/drawing/2014/main" id="{118B38BC-557A-0240-DBBE-5290E0778E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9450" y="4733029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3219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B950F-CE2B-FDE3-3D23-B959443F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3B9ADD-8A85-3D9E-591E-7A8C92DF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背景と</a:t>
            </a:r>
            <a:r>
              <a:rPr kumimoji="1" lang="ja-JP" altLang="en-US">
                <a:solidFill>
                  <a:srgbClr val="FF0000"/>
                </a:solidFill>
              </a:rPr>
              <a:t>課題</a:t>
            </a:r>
          </a:p>
        </p:txBody>
      </p:sp>
      <p:pic>
        <p:nvPicPr>
          <p:cNvPr id="11" name="グラフィックス 10" descr="音声 単色塗りつぶし">
            <a:extLst>
              <a:ext uri="{FF2B5EF4-FFF2-40B4-BE49-F238E27FC236}">
                <a16:creationId xmlns:a16="http://schemas.microsoft.com/office/drawing/2014/main" id="{A3C7A604-F4D6-9471-EDCE-0EE2138B0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8240" y="-2394267"/>
            <a:ext cx="1478280" cy="1478280"/>
          </a:xfrm>
          <a:prstGeom prst="rect">
            <a:avLst/>
          </a:prstGeom>
        </p:spPr>
      </p:pic>
      <p:pic>
        <p:nvPicPr>
          <p:cNvPr id="14" name="図 13" descr="「重要」のマーク">
            <a:extLst>
              <a:ext uri="{FF2B5EF4-FFF2-40B4-BE49-F238E27FC236}">
                <a16:creationId xmlns:a16="http://schemas.microsoft.com/office/drawing/2014/main" id="{16366A0E-EAA4-447D-3541-234CF0EE6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8531542"/>
            <a:ext cx="1905000" cy="1362075"/>
          </a:xfrm>
          <a:prstGeom prst="rect">
            <a:avLst/>
          </a:prstGeom>
        </p:spPr>
      </p:pic>
      <p:sp>
        <p:nvSpPr>
          <p:cNvPr id="7" name="縦書きテキスト プレースホルダー 2">
            <a:extLst>
              <a:ext uri="{FF2B5EF4-FFF2-40B4-BE49-F238E27FC236}">
                <a16:creationId xmlns:a16="http://schemas.microsoft.com/office/drawing/2014/main" id="{52847389-5CB8-5011-2B31-0F1075DF7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2971800"/>
            <a:ext cx="11109960" cy="1362075"/>
          </a:xfrm>
        </p:spPr>
        <p:txBody>
          <a:bodyPr vert="horz">
            <a:noAutofit/>
          </a:bodyPr>
          <a:lstStyle/>
          <a:p>
            <a:r>
              <a:rPr kumimoji="1" lang="ja-JP" altLang="en-US" sz="4000"/>
              <a:t>話を聞きながら、まとめたい</a:t>
            </a:r>
            <a:endParaRPr kumimoji="1" lang="en-US" altLang="ja-JP" sz="4000"/>
          </a:p>
          <a:p>
            <a:r>
              <a:rPr lang="ja-JP" altLang="en-US" sz="4000"/>
              <a:t>パパっと考えを記録して、見えるようにしたい</a:t>
            </a:r>
            <a:endParaRPr kumimoji="1" lang="ja-JP" altLang="en-US" sz="4000"/>
          </a:p>
        </p:txBody>
      </p:sp>
    </p:spTree>
    <p:extLst>
      <p:ext uri="{BB962C8B-B14F-4D97-AF65-F5344CB8AC3E}">
        <p14:creationId xmlns:p14="http://schemas.microsoft.com/office/powerpoint/2010/main" val="101761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2315FE-AD70-D150-BB25-0155B9BF5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282293"/>
            <a:ext cx="10515600" cy="4293413"/>
          </a:xfrm>
        </p:spPr>
        <p:txBody>
          <a:bodyPr vert="horz"/>
          <a:lstStyle/>
          <a:p>
            <a:pPr marL="0" indent="0">
              <a:buNone/>
            </a:pPr>
            <a:r>
              <a:rPr lang="ja-JP" altLang="en-US" sz="4000"/>
              <a:t>解決策</a:t>
            </a:r>
            <a:endParaRPr lang="en-US" altLang="ja-JP" sz="4000"/>
          </a:p>
          <a:p>
            <a:pPr marL="0" indent="0">
              <a:buNone/>
            </a:pPr>
            <a:r>
              <a:rPr kumimoji="1" lang="ja-JP" altLang="en-US" sz="3600"/>
              <a:t>・ 音声入力を表示し、</a:t>
            </a:r>
            <a:br>
              <a:rPr kumimoji="1" lang="en-US" altLang="ja-JP" sz="3600"/>
            </a:br>
            <a:r>
              <a:rPr kumimoji="1" lang="ja-JP" altLang="en-US" sz="3600"/>
              <a:t>    目的に合った要約を表示する</a:t>
            </a:r>
            <a:endParaRPr kumimoji="1" lang="en-US" altLang="ja-JP" sz="3600"/>
          </a:p>
          <a:p>
            <a:pPr marL="0" indent="0">
              <a:buNone/>
            </a:pPr>
            <a:endParaRPr kumimoji="1" lang="en-US" altLang="ja-JP"/>
          </a:p>
          <a:p>
            <a:pPr marL="0" indent="0">
              <a:buNone/>
            </a:pPr>
            <a:r>
              <a:rPr lang="ja-JP" altLang="en-US" sz="4000"/>
              <a:t>アプリ概要</a:t>
            </a:r>
            <a:endParaRPr lang="en-US" altLang="ja-JP" sz="4000"/>
          </a:p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4000"/>
              <a:t> </a:t>
            </a:r>
            <a:r>
              <a:rPr kumimoji="1" lang="ja-JP" altLang="en-US" sz="3600"/>
              <a:t>音声入力、入力内容表示</a:t>
            </a:r>
            <a:endParaRPr kumimoji="1" lang="en-US" altLang="ja-JP" sz="3600"/>
          </a:p>
          <a:p>
            <a:pPr marL="0" indent="0">
              <a:buNone/>
            </a:pPr>
            <a:r>
              <a:rPr lang="ja-JP" altLang="en-US" sz="3600"/>
              <a:t>・ 要約の型を選び、その型に合わせて要約</a:t>
            </a:r>
            <a:endParaRPr lang="en-US" altLang="ja-JP" sz="3600"/>
          </a:p>
        </p:txBody>
      </p:sp>
    </p:spTree>
    <p:extLst>
      <p:ext uri="{BB962C8B-B14F-4D97-AF65-F5344CB8AC3E}">
        <p14:creationId xmlns:p14="http://schemas.microsoft.com/office/powerpoint/2010/main" val="2295669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8FB7208-585C-7F50-5EC6-B6D6F17C2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システム構成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20F5702-C650-C751-9D15-4C41F461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三段階</a:t>
            </a:r>
            <a:endParaRPr lang="en-US" altLang="ja-JP"/>
          </a:p>
          <a:p>
            <a:pPr lvl="1"/>
            <a:r>
              <a:rPr lang="ja-JP" altLang="en-US"/>
              <a:t>フロントエンド</a:t>
            </a:r>
            <a:r>
              <a:rPr lang="en-US" altLang="ja-JP"/>
              <a:t> : </a:t>
            </a:r>
            <a:r>
              <a:rPr lang="en-US" altLang="ja-JP" err="1"/>
              <a:t>Vue.js</a:t>
            </a:r>
            <a:endParaRPr lang="en-US" altLang="ja-JP"/>
          </a:p>
          <a:p>
            <a:pPr lvl="1"/>
            <a:r>
              <a:rPr lang="ja-JP" altLang="en-US"/>
              <a:t>バックエンド</a:t>
            </a:r>
            <a:r>
              <a:rPr lang="en-US" altLang="ja-JP"/>
              <a:t> : Flask</a:t>
            </a:r>
          </a:p>
          <a:p>
            <a:pPr lvl="1"/>
            <a:r>
              <a:rPr lang="ja-JP" altLang="en-US"/>
              <a:t>言語モデルの動作基盤</a:t>
            </a:r>
            <a:r>
              <a:rPr lang="en-US" altLang="ja-JP"/>
              <a:t>: </a:t>
            </a:r>
            <a:r>
              <a:rPr lang="en-US" altLang="ja-JP" err="1"/>
              <a:t>Ollama</a:t>
            </a:r>
            <a:endParaRPr lang="en-US" altLang="ja-JP"/>
          </a:p>
          <a:p>
            <a:pPr lvl="1"/>
            <a:endParaRPr lang="en-US" altLang="ja-JP"/>
          </a:p>
          <a:p>
            <a:r>
              <a:rPr lang="ja-JP" altLang="en-US"/>
              <a:t>各段階の接続は</a:t>
            </a:r>
            <a:r>
              <a:rPr lang="en-US" altLang="ja-JP"/>
              <a:t>HTTP</a:t>
            </a:r>
            <a:r>
              <a:rPr lang="ja-JP" altLang="en-US"/>
              <a:t>を使った</a:t>
            </a:r>
            <a:r>
              <a:rPr lang="en-US" altLang="ja-JP"/>
              <a:t>API</a:t>
            </a:r>
            <a:endParaRPr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CD4AEA3-2677-4A5E-E516-1883B404D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981" y="2394285"/>
            <a:ext cx="838062" cy="7254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F3D460E-9362-DC88-D585-F4F2860CE2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491" y="2260531"/>
            <a:ext cx="838062" cy="83806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16AC7DB-52C7-3AC3-E254-819F993115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553" y="2373145"/>
            <a:ext cx="738251" cy="73825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0E0B2E6-0E6E-CCBB-DBCF-3B2930D9D3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111" y="2306666"/>
            <a:ext cx="593756" cy="83806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C972A3A7-C03F-AAA4-AF2F-5AFB6C31F6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356" y="3246332"/>
            <a:ext cx="725448" cy="72544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ECC01EB4-BC15-0CED-F3E0-D190DBF08B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6543" y="3233529"/>
            <a:ext cx="783958" cy="783958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A131DE58-0A6A-0409-A6FA-D8284429DE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765" y="4139171"/>
            <a:ext cx="532281" cy="78395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5E65F052-864C-5B66-68CE-3579AA2E75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435"/>
          <a:stretch>
            <a:fillRect/>
          </a:stretch>
        </p:blipFill>
        <p:spPr>
          <a:xfrm>
            <a:off x="9282536" y="4202462"/>
            <a:ext cx="744064" cy="715105"/>
          </a:xfrm>
          <a:prstGeom prst="rect">
            <a:avLst/>
          </a:prstGeom>
        </p:spPr>
      </p:pic>
      <p:pic>
        <p:nvPicPr>
          <p:cNvPr id="24" name="図 23" descr="Gemma モデルの概要 | Google AI for Developers">
            <a:extLst>
              <a:ext uri="{FF2B5EF4-FFF2-40B4-BE49-F238E27FC236}">
                <a16:creationId xmlns:a16="http://schemas.microsoft.com/office/drawing/2014/main" id="{191116E8-C80B-3C26-A412-17D585D23D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1192" y="4139171"/>
            <a:ext cx="982851" cy="885021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9EB2F827-0B35-8EDE-AA11-04F0E5B7E4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7553" y="3284397"/>
            <a:ext cx="720872" cy="71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34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6D207-D1F9-0C47-2E70-CB9FB9D9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システム構成</a:t>
            </a:r>
            <a:endParaRPr kumimoji="1" lang="ja-JP" altLang="en-US"/>
          </a:p>
        </p:txBody>
      </p: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99E83887-5D8E-FA47-F98E-A19CB5BC2217}"/>
              </a:ext>
            </a:extLst>
          </p:cNvPr>
          <p:cNvGrpSpPr/>
          <p:nvPr/>
        </p:nvGrpSpPr>
        <p:grpSpPr>
          <a:xfrm>
            <a:off x="838200" y="2216667"/>
            <a:ext cx="10515600" cy="3771261"/>
            <a:chOff x="838200" y="2216667"/>
            <a:chExt cx="10515600" cy="3771261"/>
          </a:xfrm>
        </p:grpSpPr>
        <p:grpSp>
          <p:nvGrpSpPr>
            <p:cNvPr id="94" name="グループ化 93">
              <a:extLst>
                <a:ext uri="{FF2B5EF4-FFF2-40B4-BE49-F238E27FC236}">
                  <a16:creationId xmlns:a16="http://schemas.microsoft.com/office/drawing/2014/main" id="{D4B3EE4E-C24D-B8C0-EFFF-2BC6E9926610}"/>
                </a:ext>
              </a:extLst>
            </p:cNvPr>
            <p:cNvGrpSpPr/>
            <p:nvPr/>
          </p:nvGrpSpPr>
          <p:grpSpPr>
            <a:xfrm>
              <a:off x="838200" y="2216669"/>
              <a:ext cx="2570205" cy="3534033"/>
              <a:chOff x="370703" y="2234277"/>
              <a:chExt cx="2570205" cy="3534033"/>
            </a:xfrm>
          </p:grpSpPr>
          <p:grpSp>
            <p:nvGrpSpPr>
              <p:cNvPr id="127" name="グループ化 126">
                <a:extLst>
                  <a:ext uri="{FF2B5EF4-FFF2-40B4-BE49-F238E27FC236}">
                    <a16:creationId xmlns:a16="http://schemas.microsoft.com/office/drawing/2014/main" id="{8B331CC6-18F5-BE5B-BBF0-D22DC66923A4}"/>
                  </a:ext>
                </a:extLst>
              </p:cNvPr>
              <p:cNvGrpSpPr/>
              <p:nvPr/>
            </p:nvGrpSpPr>
            <p:grpSpPr>
              <a:xfrm>
                <a:off x="370703" y="2234277"/>
                <a:ext cx="2570205" cy="3534033"/>
                <a:chOff x="370703" y="2234277"/>
                <a:chExt cx="2570205" cy="3534033"/>
              </a:xfrm>
            </p:grpSpPr>
            <p:sp>
              <p:nvSpPr>
                <p:cNvPr id="131" name="正方形/長方形 130">
                  <a:extLst>
                    <a:ext uri="{FF2B5EF4-FFF2-40B4-BE49-F238E27FC236}">
                      <a16:creationId xmlns:a16="http://schemas.microsoft.com/office/drawing/2014/main" id="{F866F575-8551-B1CC-3FBD-85B572C49349}"/>
                    </a:ext>
                  </a:extLst>
                </p:cNvPr>
                <p:cNvSpPr/>
                <p:nvPr/>
              </p:nvSpPr>
              <p:spPr>
                <a:xfrm>
                  <a:off x="370703" y="2234277"/>
                  <a:ext cx="2570205" cy="3534033"/>
                </a:xfrm>
                <a:prstGeom prst="rect">
                  <a:avLst/>
                </a:prstGeom>
                <a:solidFill>
                  <a:srgbClr val="EBEEF7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32" name="テキスト ボックス 131">
                  <a:extLst>
                    <a:ext uri="{FF2B5EF4-FFF2-40B4-BE49-F238E27FC236}">
                      <a16:creationId xmlns:a16="http://schemas.microsoft.com/office/drawing/2014/main" id="{172401AD-2E63-5B2A-E31B-1F7B95FCF645}"/>
                    </a:ext>
                  </a:extLst>
                </p:cNvPr>
                <p:cNvSpPr txBox="1"/>
                <p:nvPr/>
              </p:nvSpPr>
              <p:spPr>
                <a:xfrm>
                  <a:off x="481913" y="2372498"/>
                  <a:ext cx="234778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フロントエンド</a:t>
                  </a:r>
                  <a:br>
                    <a:rPr kumimoji="1" lang="en-US" altLang="ja-JP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</a:br>
                  <a:r>
                    <a:rPr kumimoji="1" lang="en-US" altLang="ja-JP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Meiryo" panose="020B0604030504040204" pitchFamily="34" charset="-128"/>
                      <a:ea typeface="Meiryo" panose="020B0604030504040204" pitchFamily="34" charset="-128"/>
                    </a:rPr>
                    <a:t>Vue.js</a:t>
                  </a:r>
                  <a:endParaRPr kumimoji="1" lang="ja-JP" altLang="en-US" sz="2400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128" name="グループ化 127">
                <a:extLst>
                  <a:ext uri="{FF2B5EF4-FFF2-40B4-BE49-F238E27FC236}">
                    <a16:creationId xmlns:a16="http://schemas.microsoft.com/office/drawing/2014/main" id="{A0D38A2E-2205-9B08-6813-0B163E66A46E}"/>
                  </a:ext>
                </a:extLst>
              </p:cNvPr>
              <p:cNvGrpSpPr/>
              <p:nvPr/>
            </p:nvGrpSpPr>
            <p:grpSpPr>
              <a:xfrm>
                <a:off x="543697" y="3608173"/>
                <a:ext cx="2199503" cy="716285"/>
                <a:chOff x="543697" y="3608173"/>
                <a:chExt cx="2199503" cy="716285"/>
              </a:xfrm>
            </p:grpSpPr>
            <p:sp>
              <p:nvSpPr>
                <p:cNvPr id="129" name="正方形/長方形 128">
                  <a:extLst>
                    <a:ext uri="{FF2B5EF4-FFF2-40B4-BE49-F238E27FC236}">
                      <a16:creationId xmlns:a16="http://schemas.microsoft.com/office/drawing/2014/main" id="{4A2F9E0F-F5F6-AB15-1801-D662E99F6132}"/>
                    </a:ext>
                  </a:extLst>
                </p:cNvPr>
                <p:cNvSpPr/>
                <p:nvPr/>
              </p:nvSpPr>
              <p:spPr>
                <a:xfrm>
                  <a:off x="543697" y="3608173"/>
                  <a:ext cx="2199503" cy="691978"/>
                </a:xfrm>
                <a:prstGeom prst="rect">
                  <a:avLst/>
                </a:prstGeom>
                <a:solidFill>
                  <a:srgbClr val="DCE5F7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30" name="テキスト ボックス 129">
                  <a:extLst>
                    <a:ext uri="{FF2B5EF4-FFF2-40B4-BE49-F238E27FC236}">
                      <a16:creationId xmlns:a16="http://schemas.microsoft.com/office/drawing/2014/main" id="{24FF6C5D-FB8F-66AC-804F-4F2D90736226}"/>
                    </a:ext>
                  </a:extLst>
                </p:cNvPr>
                <p:cNvSpPr txBox="1"/>
                <p:nvPr/>
              </p:nvSpPr>
              <p:spPr>
                <a:xfrm>
                  <a:off x="673443" y="3678127"/>
                  <a:ext cx="19647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UI</a:t>
                  </a:r>
                  <a:r>
                    <a: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：録音・</a:t>
                  </a:r>
                  <a:br>
                    <a:rPr kumimoji="1" lang="en-US" altLang="ja-JP">
                      <a:latin typeface="Meiryo" panose="020B0604030504040204" pitchFamily="34" charset="-128"/>
                      <a:ea typeface="Meiryo" panose="020B0604030504040204" pitchFamily="34" charset="-128"/>
                    </a:rPr>
                  </a:br>
                  <a:r>
                    <a:rPr kumimoji="1" lang="en-US" altLang="ja-JP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       </a:t>
                  </a:r>
                  <a:r>
                    <a: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要約・履歴</a:t>
                  </a:r>
                </a:p>
              </p:txBody>
            </p:sp>
          </p:grpSp>
        </p:grpSp>
        <p:grpSp>
          <p:nvGrpSpPr>
            <p:cNvPr id="95" name="グループ化 94">
              <a:extLst>
                <a:ext uri="{FF2B5EF4-FFF2-40B4-BE49-F238E27FC236}">
                  <a16:creationId xmlns:a16="http://schemas.microsoft.com/office/drawing/2014/main" id="{6EF31A13-45AE-87D0-D7F2-B9CFE8E0592F}"/>
                </a:ext>
              </a:extLst>
            </p:cNvPr>
            <p:cNvGrpSpPr/>
            <p:nvPr/>
          </p:nvGrpSpPr>
          <p:grpSpPr>
            <a:xfrm>
              <a:off x="4810897" y="2216667"/>
              <a:ext cx="2570205" cy="3534033"/>
              <a:chOff x="370703" y="2234277"/>
              <a:chExt cx="2570205" cy="3534033"/>
            </a:xfrm>
          </p:grpSpPr>
          <p:grpSp>
            <p:nvGrpSpPr>
              <p:cNvPr id="123" name="グループ化 122">
                <a:extLst>
                  <a:ext uri="{FF2B5EF4-FFF2-40B4-BE49-F238E27FC236}">
                    <a16:creationId xmlns:a16="http://schemas.microsoft.com/office/drawing/2014/main" id="{D34DFA7F-3EE6-FD83-3E76-71A296AF4D1E}"/>
                  </a:ext>
                </a:extLst>
              </p:cNvPr>
              <p:cNvGrpSpPr/>
              <p:nvPr/>
            </p:nvGrpSpPr>
            <p:grpSpPr>
              <a:xfrm>
                <a:off x="370703" y="2234277"/>
                <a:ext cx="2570205" cy="3534033"/>
                <a:chOff x="370703" y="2234277"/>
                <a:chExt cx="2570205" cy="3534033"/>
              </a:xfrm>
            </p:grpSpPr>
            <p:sp>
              <p:nvSpPr>
                <p:cNvPr id="125" name="正方形/長方形 124">
                  <a:extLst>
                    <a:ext uri="{FF2B5EF4-FFF2-40B4-BE49-F238E27FC236}">
                      <a16:creationId xmlns:a16="http://schemas.microsoft.com/office/drawing/2014/main" id="{A9038DCE-62DD-251D-0265-093099507E4B}"/>
                    </a:ext>
                  </a:extLst>
                </p:cNvPr>
                <p:cNvSpPr/>
                <p:nvPr/>
              </p:nvSpPr>
              <p:spPr>
                <a:xfrm>
                  <a:off x="370703" y="2234277"/>
                  <a:ext cx="2570205" cy="3534033"/>
                </a:xfrm>
                <a:prstGeom prst="rect">
                  <a:avLst/>
                </a:prstGeom>
                <a:solidFill>
                  <a:srgbClr val="EBEEF7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26" name="テキスト ボックス 125">
                  <a:extLst>
                    <a:ext uri="{FF2B5EF4-FFF2-40B4-BE49-F238E27FC236}">
                      <a16:creationId xmlns:a16="http://schemas.microsoft.com/office/drawing/2014/main" id="{0AC688D3-D58A-7FA1-90E3-A32D23C75006}"/>
                    </a:ext>
                  </a:extLst>
                </p:cNvPr>
                <p:cNvSpPr txBox="1"/>
                <p:nvPr/>
              </p:nvSpPr>
              <p:spPr>
                <a:xfrm>
                  <a:off x="481913" y="2372498"/>
                  <a:ext cx="234778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バックエンド</a:t>
                  </a:r>
                  <a:br>
                    <a:rPr kumimoji="1" lang="en-US" altLang="ja-JP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</a:br>
                  <a:r>
                    <a:rPr kumimoji="1" lang="en-US" altLang="ja-JP" sz="16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Meiryo" panose="020B0604030504040204" pitchFamily="34" charset="-128"/>
                      <a:ea typeface="Meiryo" panose="020B0604030504040204" pitchFamily="34" charset="-128"/>
                    </a:rPr>
                    <a:t>Flask</a:t>
                  </a:r>
                  <a:endParaRPr kumimoji="1" lang="ja-JP" altLang="en-US" sz="2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124" name="正方形/長方形 123">
                <a:extLst>
                  <a:ext uri="{FF2B5EF4-FFF2-40B4-BE49-F238E27FC236}">
                    <a16:creationId xmlns:a16="http://schemas.microsoft.com/office/drawing/2014/main" id="{D24EE24B-DB51-A15D-A32D-7AEA5B0F7C44}"/>
                  </a:ext>
                </a:extLst>
              </p:cNvPr>
              <p:cNvSpPr/>
              <p:nvPr/>
            </p:nvSpPr>
            <p:spPr>
              <a:xfrm>
                <a:off x="556054" y="4066217"/>
                <a:ext cx="2199503" cy="691978"/>
              </a:xfrm>
              <a:prstGeom prst="rect">
                <a:avLst/>
              </a:prstGeom>
              <a:solidFill>
                <a:srgbClr val="DCE5F7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96" name="グループ化 95">
              <a:extLst>
                <a:ext uri="{FF2B5EF4-FFF2-40B4-BE49-F238E27FC236}">
                  <a16:creationId xmlns:a16="http://schemas.microsoft.com/office/drawing/2014/main" id="{141F74F8-AB62-237E-8268-99D4413116FD}"/>
                </a:ext>
              </a:extLst>
            </p:cNvPr>
            <p:cNvGrpSpPr/>
            <p:nvPr/>
          </p:nvGrpSpPr>
          <p:grpSpPr>
            <a:xfrm>
              <a:off x="8783595" y="2216667"/>
              <a:ext cx="2570205" cy="3534033"/>
              <a:chOff x="370703" y="2234277"/>
              <a:chExt cx="2570205" cy="3534033"/>
            </a:xfrm>
          </p:grpSpPr>
          <p:sp>
            <p:nvSpPr>
              <p:cNvPr id="121" name="正方形/長方形 120">
                <a:extLst>
                  <a:ext uri="{FF2B5EF4-FFF2-40B4-BE49-F238E27FC236}">
                    <a16:creationId xmlns:a16="http://schemas.microsoft.com/office/drawing/2014/main" id="{B50B3754-3F09-5BE8-19CE-5F1A2173C3D8}"/>
                  </a:ext>
                </a:extLst>
              </p:cNvPr>
              <p:cNvSpPr/>
              <p:nvPr/>
            </p:nvSpPr>
            <p:spPr>
              <a:xfrm>
                <a:off x="370703" y="2234277"/>
                <a:ext cx="2570205" cy="3534033"/>
              </a:xfrm>
              <a:prstGeom prst="rect">
                <a:avLst/>
              </a:prstGeom>
              <a:solidFill>
                <a:srgbClr val="EBEEF7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122" name="テキスト ボックス 121">
                <a:extLst>
                  <a:ext uri="{FF2B5EF4-FFF2-40B4-BE49-F238E27FC236}">
                    <a16:creationId xmlns:a16="http://schemas.microsoft.com/office/drawing/2014/main" id="{056C6487-5C98-69F5-28E9-A0F2986BE531}"/>
                  </a:ext>
                </a:extLst>
              </p:cNvPr>
              <p:cNvSpPr txBox="1"/>
              <p:nvPr/>
            </p:nvSpPr>
            <p:spPr>
              <a:xfrm>
                <a:off x="481913" y="2372498"/>
                <a:ext cx="23477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400" err="1">
                    <a:latin typeface="Meiryo" panose="020B0604030504040204" pitchFamily="34" charset="-128"/>
                    <a:ea typeface="Meiryo" panose="020B0604030504040204" pitchFamily="34" charset="-128"/>
                  </a:rPr>
                  <a:t>Ollama</a:t>
                </a:r>
                <a:endParaRPr kumimoji="1" lang="ja-JP" altLang="en-US" sz="24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97" name="グループ化 96">
              <a:extLst>
                <a:ext uri="{FF2B5EF4-FFF2-40B4-BE49-F238E27FC236}">
                  <a16:creationId xmlns:a16="http://schemas.microsoft.com/office/drawing/2014/main" id="{1CCAD987-C533-1F6E-A1CD-8949B304388D}"/>
                </a:ext>
              </a:extLst>
            </p:cNvPr>
            <p:cNvGrpSpPr/>
            <p:nvPr/>
          </p:nvGrpSpPr>
          <p:grpSpPr>
            <a:xfrm>
              <a:off x="2110945" y="3102027"/>
              <a:ext cx="2870641" cy="488539"/>
              <a:chOff x="2110945" y="3102027"/>
              <a:chExt cx="2870641" cy="488539"/>
            </a:xfrm>
          </p:grpSpPr>
          <p:cxnSp>
            <p:nvCxnSpPr>
              <p:cNvPr id="119" name="曲線コネクタ 118">
                <a:extLst>
                  <a:ext uri="{FF2B5EF4-FFF2-40B4-BE49-F238E27FC236}">
                    <a16:creationId xmlns:a16="http://schemas.microsoft.com/office/drawing/2014/main" id="{8B4FCBB3-FD03-CB5D-2D17-9D723AD0ED8F}"/>
                  </a:ext>
                </a:extLst>
              </p:cNvPr>
              <p:cNvCxnSpPr>
                <a:cxnSpLocks/>
                <a:stCxn id="129" idx="0"/>
                <a:endCxn id="101" idx="1"/>
              </p:cNvCxnSpPr>
              <p:nvPr/>
            </p:nvCxnSpPr>
            <p:spPr>
              <a:xfrm rot="5400000" flipH="1" flipV="1">
                <a:off x="3436868" y="2045847"/>
                <a:ext cx="218796" cy="2870641"/>
              </a:xfrm>
              <a:prstGeom prst="curvedConnector2">
                <a:avLst/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69694D4B-3568-60F8-FB56-126061EFB806}"/>
                  </a:ext>
                </a:extLst>
              </p:cNvPr>
              <p:cNvSpPr txBox="1"/>
              <p:nvPr/>
            </p:nvSpPr>
            <p:spPr>
              <a:xfrm>
                <a:off x="3161643" y="3102027"/>
                <a:ext cx="1360719" cy="369332"/>
              </a:xfrm>
              <a:prstGeom prst="rect">
                <a:avLst/>
              </a:prstGeom>
              <a:solidFill>
                <a:schemeClr val="bg1">
                  <a:lumMod val="95000"/>
                  <a:alpha val="86779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音声データ</a:t>
                </a:r>
              </a:p>
            </p:txBody>
          </p:sp>
        </p:grpSp>
        <p:grpSp>
          <p:nvGrpSpPr>
            <p:cNvPr id="98" name="グループ化 97">
              <a:extLst>
                <a:ext uri="{FF2B5EF4-FFF2-40B4-BE49-F238E27FC236}">
                  <a16:creationId xmlns:a16="http://schemas.microsoft.com/office/drawing/2014/main" id="{E0837CFC-B0C9-4216-D6B0-A2D26D2FCCF7}"/>
                </a:ext>
              </a:extLst>
            </p:cNvPr>
            <p:cNvGrpSpPr/>
            <p:nvPr/>
          </p:nvGrpSpPr>
          <p:grpSpPr>
            <a:xfrm>
              <a:off x="3210697" y="3770906"/>
              <a:ext cx="1785551" cy="646331"/>
              <a:chOff x="3142736" y="3401853"/>
              <a:chExt cx="1785551" cy="646331"/>
            </a:xfrm>
          </p:grpSpPr>
          <p:cxnSp>
            <p:nvCxnSpPr>
              <p:cNvPr id="117" name="曲線コネクタ 116">
                <a:extLst>
                  <a:ext uri="{FF2B5EF4-FFF2-40B4-BE49-F238E27FC236}">
                    <a16:creationId xmlns:a16="http://schemas.microsoft.com/office/drawing/2014/main" id="{4B4BD398-881F-3CCF-9957-FF52538E6B4C}"/>
                  </a:ext>
                </a:extLst>
              </p:cNvPr>
              <p:cNvCxnSpPr>
                <a:cxnSpLocks/>
                <a:stCxn id="129" idx="3"/>
                <a:endCxn id="124" idx="1"/>
              </p:cNvCxnSpPr>
              <p:nvPr/>
            </p:nvCxnSpPr>
            <p:spPr>
              <a:xfrm>
                <a:off x="3142736" y="3567501"/>
                <a:ext cx="1785551" cy="458042"/>
              </a:xfrm>
              <a:prstGeom prst="curvedConnector3">
                <a:avLst>
                  <a:gd name="adj1" fmla="val 50000"/>
                </a:avLst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テキスト ボックス 117">
                <a:extLst>
                  <a:ext uri="{FF2B5EF4-FFF2-40B4-BE49-F238E27FC236}">
                    <a16:creationId xmlns:a16="http://schemas.microsoft.com/office/drawing/2014/main" id="{FF4BD50B-660A-1EB0-8FBF-AD6B979FFD16}"/>
                  </a:ext>
                </a:extLst>
              </p:cNvPr>
              <p:cNvSpPr txBox="1"/>
              <p:nvPr/>
            </p:nvSpPr>
            <p:spPr>
              <a:xfrm>
                <a:off x="3227190" y="3401853"/>
                <a:ext cx="1364376" cy="646331"/>
              </a:xfrm>
              <a:prstGeom prst="rect">
                <a:avLst/>
              </a:prstGeom>
              <a:solidFill>
                <a:schemeClr val="bg1">
                  <a:lumMod val="95000"/>
                  <a:alpha val="8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要約の</a:t>
                </a:r>
                <a:br>
                  <a:rPr kumimoji="1" lang="en-US" altLang="ja-JP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</a:br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リクエスト</a:t>
                </a:r>
              </a:p>
            </p:txBody>
          </p:sp>
        </p:grpSp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0F101210-86D3-4BE3-AE47-AB39630C1898}"/>
                </a:ext>
              </a:extLst>
            </p:cNvPr>
            <p:cNvGrpSpPr/>
            <p:nvPr/>
          </p:nvGrpSpPr>
          <p:grpSpPr>
            <a:xfrm>
              <a:off x="2123302" y="4306849"/>
              <a:ext cx="2858285" cy="1206674"/>
              <a:chOff x="1830483" y="2624470"/>
              <a:chExt cx="2858285" cy="1206674"/>
            </a:xfrm>
          </p:grpSpPr>
          <p:cxnSp>
            <p:nvCxnSpPr>
              <p:cNvPr id="115" name="曲線コネクタ 114">
                <a:extLst>
                  <a:ext uri="{FF2B5EF4-FFF2-40B4-BE49-F238E27FC236}">
                    <a16:creationId xmlns:a16="http://schemas.microsoft.com/office/drawing/2014/main" id="{FE87B64F-D77E-815A-51BC-85DC27C4C9C8}"/>
                  </a:ext>
                </a:extLst>
              </p:cNvPr>
              <p:cNvCxnSpPr>
                <a:cxnSpLocks/>
                <a:stCxn id="130" idx="2"/>
                <a:endCxn id="100" idx="1"/>
              </p:cNvCxnSpPr>
              <p:nvPr/>
            </p:nvCxnSpPr>
            <p:spPr>
              <a:xfrm rot="16200000" flipH="1">
                <a:off x="2748022" y="1706931"/>
                <a:ext cx="1023207" cy="2858285"/>
              </a:xfrm>
              <a:prstGeom prst="curvedConnector2">
                <a:avLst/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テキスト ボックス 115">
                <a:extLst>
                  <a:ext uri="{FF2B5EF4-FFF2-40B4-BE49-F238E27FC236}">
                    <a16:creationId xmlns:a16="http://schemas.microsoft.com/office/drawing/2014/main" id="{63561720-FB7B-E118-645D-D0FE9305DEC8}"/>
                  </a:ext>
                </a:extLst>
              </p:cNvPr>
              <p:cNvSpPr txBox="1"/>
              <p:nvPr/>
            </p:nvSpPr>
            <p:spPr>
              <a:xfrm>
                <a:off x="2736139" y="3184813"/>
                <a:ext cx="1364376" cy="646331"/>
              </a:xfrm>
              <a:prstGeom prst="rect">
                <a:avLst/>
              </a:prstGeom>
              <a:solidFill>
                <a:schemeClr val="bg1">
                  <a:lumMod val="95000"/>
                  <a:alpha val="8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モデル一覧取得</a:t>
                </a:r>
              </a:p>
            </p:txBody>
          </p:sp>
        </p:grp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05A0D249-B0D3-B593-4007-33C2CF386A0B}"/>
                </a:ext>
              </a:extLst>
            </p:cNvPr>
            <p:cNvSpPr/>
            <p:nvPr/>
          </p:nvSpPr>
          <p:spPr>
            <a:xfrm>
              <a:off x="4981587" y="4984068"/>
              <a:ext cx="2199503" cy="691978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C2387264-20AC-591A-DB42-BBA466D55EEF}"/>
                </a:ext>
              </a:extLst>
            </p:cNvPr>
            <p:cNvSpPr/>
            <p:nvPr/>
          </p:nvSpPr>
          <p:spPr>
            <a:xfrm>
              <a:off x="4981587" y="3025780"/>
              <a:ext cx="2199503" cy="691978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D2CBDE3F-AB43-485B-575F-0C5B546A1251}"/>
                </a:ext>
              </a:extLst>
            </p:cNvPr>
            <p:cNvSpPr txBox="1"/>
            <p:nvPr/>
          </p:nvSpPr>
          <p:spPr>
            <a:xfrm>
              <a:off x="5111333" y="3095734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/transcribe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kumimoji="1"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文字起こし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3" name="テキスト ボックス 102">
              <a:extLst>
                <a:ext uri="{FF2B5EF4-FFF2-40B4-BE49-F238E27FC236}">
                  <a16:creationId xmlns:a16="http://schemas.microsoft.com/office/drawing/2014/main" id="{A434B18E-89F3-D7E0-3C62-2D72BB0A2281}"/>
                </a:ext>
              </a:extLst>
            </p:cNvPr>
            <p:cNvSpPr txBox="1"/>
            <p:nvPr/>
          </p:nvSpPr>
          <p:spPr>
            <a:xfrm>
              <a:off x="5084315" y="4100577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/summarize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要約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B678673A-7C32-3E1B-D548-3A8A88EB1E6C}"/>
                </a:ext>
              </a:extLst>
            </p:cNvPr>
            <p:cNvSpPr txBox="1"/>
            <p:nvPr/>
          </p:nvSpPr>
          <p:spPr>
            <a:xfrm>
              <a:off x="5084315" y="5033821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/models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モデル一覧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05" name="グループ化 104">
              <a:extLst>
                <a:ext uri="{FF2B5EF4-FFF2-40B4-BE49-F238E27FC236}">
                  <a16:creationId xmlns:a16="http://schemas.microsoft.com/office/drawing/2014/main" id="{6FAA08FA-1497-110D-9C6F-6CB41B8FE409}"/>
                </a:ext>
              </a:extLst>
            </p:cNvPr>
            <p:cNvGrpSpPr/>
            <p:nvPr/>
          </p:nvGrpSpPr>
          <p:grpSpPr>
            <a:xfrm>
              <a:off x="7181090" y="5118538"/>
              <a:ext cx="1793787" cy="869390"/>
              <a:chOff x="2444747" y="3888045"/>
              <a:chExt cx="1793787" cy="869390"/>
            </a:xfrm>
          </p:grpSpPr>
          <p:cxnSp>
            <p:nvCxnSpPr>
              <p:cNvPr id="113" name="曲線コネクタ 112">
                <a:extLst>
                  <a:ext uri="{FF2B5EF4-FFF2-40B4-BE49-F238E27FC236}">
                    <a16:creationId xmlns:a16="http://schemas.microsoft.com/office/drawing/2014/main" id="{1B9B36BB-3BD0-3C64-7827-239FBDB98090}"/>
                  </a:ext>
                </a:extLst>
              </p:cNvPr>
              <p:cNvCxnSpPr>
                <a:cxnSpLocks/>
                <a:stCxn id="100" idx="3"/>
                <a:endCxn id="109" idx="1"/>
              </p:cNvCxnSpPr>
              <p:nvPr/>
            </p:nvCxnSpPr>
            <p:spPr>
              <a:xfrm flipV="1">
                <a:off x="2444747" y="3888045"/>
                <a:ext cx="1793787" cy="211519"/>
              </a:xfrm>
              <a:prstGeom prst="curvedConnector3">
                <a:avLst>
                  <a:gd name="adj1" fmla="val 50000"/>
                </a:avLst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9F051E65-10A9-63D8-D5D3-379A0FF9A554}"/>
                  </a:ext>
                </a:extLst>
              </p:cNvPr>
              <p:cNvSpPr txBox="1"/>
              <p:nvPr/>
            </p:nvSpPr>
            <p:spPr>
              <a:xfrm>
                <a:off x="2465340" y="4111104"/>
                <a:ext cx="1581911" cy="646331"/>
              </a:xfrm>
              <a:prstGeom prst="rect">
                <a:avLst/>
              </a:prstGeom>
              <a:solidFill>
                <a:schemeClr val="bg1">
                  <a:lumMod val="95000"/>
                  <a:alpha val="86779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モデル一覧の</a:t>
                </a:r>
                <a:br>
                  <a:rPr kumimoji="1" lang="en-US" altLang="ja-JP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</a:br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リクエスト</a:t>
                </a:r>
              </a:p>
            </p:txBody>
          </p:sp>
        </p:grp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7286B5FF-DA95-DC84-280B-D024CF78278A}"/>
                </a:ext>
              </a:extLst>
            </p:cNvPr>
            <p:cNvSpPr/>
            <p:nvPr/>
          </p:nvSpPr>
          <p:spPr>
            <a:xfrm>
              <a:off x="8981303" y="3155783"/>
              <a:ext cx="2199503" cy="944793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733DF3C4-CC05-B929-62BA-89ED067F210D}"/>
                </a:ext>
              </a:extLst>
            </p:cNvPr>
            <p:cNvSpPr txBox="1"/>
            <p:nvPr/>
          </p:nvSpPr>
          <p:spPr>
            <a:xfrm>
              <a:off x="9111049" y="3225738"/>
              <a:ext cx="196472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/generate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kumimoji="1"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文章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生成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b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(</a:t>
              </a:r>
              <a:r>
                <a:rPr kumimoji="1"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言語モデル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108" name="グループ化 107">
              <a:extLst>
                <a:ext uri="{FF2B5EF4-FFF2-40B4-BE49-F238E27FC236}">
                  <a16:creationId xmlns:a16="http://schemas.microsoft.com/office/drawing/2014/main" id="{B28941B1-F876-962C-D439-AA234F6C3E82}"/>
                </a:ext>
              </a:extLst>
            </p:cNvPr>
            <p:cNvGrpSpPr/>
            <p:nvPr/>
          </p:nvGrpSpPr>
          <p:grpSpPr>
            <a:xfrm>
              <a:off x="7401451" y="3780580"/>
              <a:ext cx="1732252" cy="778326"/>
              <a:chOff x="2615437" y="3667227"/>
              <a:chExt cx="1732252" cy="778326"/>
            </a:xfrm>
          </p:grpSpPr>
          <p:cxnSp>
            <p:nvCxnSpPr>
              <p:cNvPr id="111" name="曲線コネクタ 110">
                <a:extLst>
                  <a:ext uri="{FF2B5EF4-FFF2-40B4-BE49-F238E27FC236}">
                    <a16:creationId xmlns:a16="http://schemas.microsoft.com/office/drawing/2014/main" id="{9C556BEA-38CC-7C2A-9898-7839D85B8B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437" y="3667227"/>
                <a:ext cx="1732252" cy="728421"/>
              </a:xfrm>
              <a:prstGeom prst="curvedConnector3">
                <a:avLst>
                  <a:gd name="adj1" fmla="val 50000"/>
                </a:avLst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テキスト ボックス 111">
                <a:extLst>
                  <a:ext uri="{FF2B5EF4-FFF2-40B4-BE49-F238E27FC236}">
                    <a16:creationId xmlns:a16="http://schemas.microsoft.com/office/drawing/2014/main" id="{92AEE6A4-724E-C1A5-7685-F00B11D2E5F3}"/>
                  </a:ext>
                </a:extLst>
              </p:cNvPr>
              <p:cNvSpPr txBox="1"/>
              <p:nvPr/>
            </p:nvSpPr>
            <p:spPr>
              <a:xfrm>
                <a:off x="2632557" y="3799222"/>
                <a:ext cx="1418570" cy="646331"/>
              </a:xfrm>
              <a:prstGeom prst="rect">
                <a:avLst/>
              </a:prstGeom>
              <a:solidFill>
                <a:schemeClr val="bg1">
                  <a:lumMod val="95000"/>
                  <a:alpha val="86779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文章生成</a:t>
                </a:r>
                <a:br>
                  <a:rPr kumimoji="1" lang="en-US" altLang="ja-JP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</a:br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リクエスト</a:t>
                </a:r>
              </a:p>
            </p:txBody>
          </p:sp>
        </p:grp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AA02C6C0-3379-DB1E-CC99-0FBB62CDEE04}"/>
                </a:ext>
              </a:extLst>
            </p:cNvPr>
            <p:cNvSpPr/>
            <p:nvPr/>
          </p:nvSpPr>
          <p:spPr>
            <a:xfrm>
              <a:off x="8974877" y="4646141"/>
              <a:ext cx="2199503" cy="944793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10" name="テキスト ボックス 109">
              <a:extLst>
                <a:ext uri="{FF2B5EF4-FFF2-40B4-BE49-F238E27FC236}">
                  <a16:creationId xmlns:a16="http://schemas.microsoft.com/office/drawing/2014/main" id="{66F7D557-F03E-1B4D-81BA-B2081E1A64BE}"/>
                </a:ext>
              </a:extLst>
            </p:cNvPr>
            <p:cNvSpPr txBox="1"/>
            <p:nvPr/>
          </p:nvSpPr>
          <p:spPr>
            <a:xfrm>
              <a:off x="9092266" y="4807519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/tags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モデル一覧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728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30B6-9F8E-DB9E-EBCF-BB8DCD85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72BBA-750C-A9D9-5E8E-DA2B641E5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システム構成</a:t>
            </a:r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2E2CBCB-8DBD-01F5-C3CA-2EBE43F3C6DA}"/>
              </a:ext>
            </a:extLst>
          </p:cNvPr>
          <p:cNvGrpSpPr/>
          <p:nvPr/>
        </p:nvGrpSpPr>
        <p:grpSpPr>
          <a:xfrm>
            <a:off x="838200" y="2216667"/>
            <a:ext cx="10515600" cy="3771261"/>
            <a:chOff x="838200" y="2216667"/>
            <a:chExt cx="10515600" cy="3771261"/>
          </a:xfrm>
        </p:grpSpPr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29DD5D7D-E41D-D973-6CDB-6C5567626DDE}"/>
                </a:ext>
              </a:extLst>
            </p:cNvPr>
            <p:cNvGrpSpPr/>
            <p:nvPr/>
          </p:nvGrpSpPr>
          <p:grpSpPr>
            <a:xfrm>
              <a:off x="838200" y="2216669"/>
              <a:ext cx="2570205" cy="3534033"/>
              <a:chOff x="370703" y="2234277"/>
              <a:chExt cx="2570205" cy="3534033"/>
            </a:xfrm>
          </p:grpSpPr>
          <p:grpSp>
            <p:nvGrpSpPr>
              <p:cNvPr id="15" name="グループ化 14">
                <a:extLst>
                  <a:ext uri="{FF2B5EF4-FFF2-40B4-BE49-F238E27FC236}">
                    <a16:creationId xmlns:a16="http://schemas.microsoft.com/office/drawing/2014/main" id="{8ADE4E4F-3CBF-9FE7-3153-0E118543A6A4}"/>
                  </a:ext>
                </a:extLst>
              </p:cNvPr>
              <p:cNvGrpSpPr/>
              <p:nvPr/>
            </p:nvGrpSpPr>
            <p:grpSpPr>
              <a:xfrm>
                <a:off x="370703" y="2234277"/>
                <a:ext cx="2570205" cy="3534033"/>
                <a:chOff x="370703" y="2234277"/>
                <a:chExt cx="2570205" cy="3534033"/>
              </a:xfrm>
            </p:grpSpPr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8B319115-7D57-FE9A-FD6A-7DAE1CF7157A}"/>
                    </a:ext>
                  </a:extLst>
                </p:cNvPr>
                <p:cNvSpPr/>
                <p:nvPr/>
              </p:nvSpPr>
              <p:spPr>
                <a:xfrm>
                  <a:off x="370703" y="2234277"/>
                  <a:ext cx="2570205" cy="3534033"/>
                </a:xfrm>
                <a:prstGeom prst="rect">
                  <a:avLst/>
                </a:prstGeom>
                <a:solidFill>
                  <a:srgbClr val="EBEEF7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AF3FDF36-BE4A-82B4-A5C4-AA552E7B5F60}"/>
                    </a:ext>
                  </a:extLst>
                </p:cNvPr>
                <p:cNvSpPr txBox="1"/>
                <p:nvPr/>
              </p:nvSpPr>
              <p:spPr>
                <a:xfrm>
                  <a:off x="481913" y="2372498"/>
                  <a:ext cx="234778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フロントエンド</a:t>
                  </a:r>
                  <a:br>
                    <a:rPr kumimoji="1" lang="en-US" altLang="ja-JP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</a:br>
                  <a:r>
                    <a:rPr kumimoji="1" lang="en-US" altLang="ja-JP" sz="1600" b="0" i="0" u="none" strike="noStrike" kern="1200" cap="none" spc="0" normalizeH="0" baseline="0" noProof="0" err="1">
                      <a:ln>
                        <a:noFill/>
                      </a:ln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effectLst/>
                      <a:uLnTx/>
                      <a:uFillTx/>
                      <a:latin typeface="Meiryo" panose="020B0604030504040204" pitchFamily="34" charset="-128"/>
                      <a:ea typeface="Meiryo" panose="020B0604030504040204" pitchFamily="34" charset="-128"/>
                    </a:rPr>
                    <a:t>Vue.js</a:t>
                  </a:r>
                  <a:endParaRPr kumimoji="1" lang="ja-JP" altLang="en-US" sz="2400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B3AA2E63-7D3D-D727-8304-627FDF6F41B9}"/>
                  </a:ext>
                </a:extLst>
              </p:cNvPr>
              <p:cNvGrpSpPr/>
              <p:nvPr/>
            </p:nvGrpSpPr>
            <p:grpSpPr>
              <a:xfrm>
                <a:off x="543697" y="3608173"/>
                <a:ext cx="2199503" cy="716285"/>
                <a:chOff x="543697" y="3608173"/>
                <a:chExt cx="2199503" cy="716285"/>
              </a:xfrm>
            </p:grpSpPr>
            <p:sp>
              <p:nvSpPr>
                <p:cNvPr id="10" name="正方形/長方形 9">
                  <a:extLst>
                    <a:ext uri="{FF2B5EF4-FFF2-40B4-BE49-F238E27FC236}">
                      <a16:creationId xmlns:a16="http://schemas.microsoft.com/office/drawing/2014/main" id="{CA170099-6B89-0F17-BAF4-DC6FDEA19658}"/>
                    </a:ext>
                  </a:extLst>
                </p:cNvPr>
                <p:cNvSpPr/>
                <p:nvPr/>
              </p:nvSpPr>
              <p:spPr>
                <a:xfrm>
                  <a:off x="543697" y="3608173"/>
                  <a:ext cx="2199503" cy="691978"/>
                </a:xfrm>
                <a:prstGeom prst="rect">
                  <a:avLst/>
                </a:prstGeom>
                <a:solidFill>
                  <a:srgbClr val="DCE5F7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FBBDD0A8-D66F-D61E-F9CF-8DA30329C55C}"/>
                    </a:ext>
                  </a:extLst>
                </p:cNvPr>
                <p:cNvSpPr txBox="1"/>
                <p:nvPr/>
              </p:nvSpPr>
              <p:spPr>
                <a:xfrm>
                  <a:off x="673443" y="3678127"/>
                  <a:ext cx="196472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UI</a:t>
                  </a:r>
                  <a:r>
                    <a: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：録音・</a:t>
                  </a:r>
                  <a:br>
                    <a:rPr kumimoji="1" lang="en-US" altLang="ja-JP">
                      <a:latin typeface="Meiryo" panose="020B0604030504040204" pitchFamily="34" charset="-128"/>
                      <a:ea typeface="Meiryo" panose="020B0604030504040204" pitchFamily="34" charset="-128"/>
                    </a:rPr>
                  </a:br>
                  <a:r>
                    <a:rPr kumimoji="1" lang="en-US" altLang="ja-JP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       </a:t>
                  </a:r>
                  <a:r>
                    <a:rPr kumimoji="1" lang="ja-JP" altLang="en-US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要約・履歴</a:t>
                  </a:r>
                </a:p>
              </p:txBody>
            </p:sp>
          </p:grp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C7C8DAF4-013B-A552-5646-2E091200D854}"/>
                </a:ext>
              </a:extLst>
            </p:cNvPr>
            <p:cNvGrpSpPr/>
            <p:nvPr/>
          </p:nvGrpSpPr>
          <p:grpSpPr>
            <a:xfrm>
              <a:off x="4810897" y="2216667"/>
              <a:ext cx="2570205" cy="3534033"/>
              <a:chOff x="370703" y="2234277"/>
              <a:chExt cx="2570205" cy="3534033"/>
            </a:xfrm>
          </p:grpSpPr>
          <p:grpSp>
            <p:nvGrpSpPr>
              <p:cNvPr id="18" name="グループ化 17">
                <a:extLst>
                  <a:ext uri="{FF2B5EF4-FFF2-40B4-BE49-F238E27FC236}">
                    <a16:creationId xmlns:a16="http://schemas.microsoft.com/office/drawing/2014/main" id="{53491AB3-769B-3D88-9E5F-6EE185B1A098}"/>
                  </a:ext>
                </a:extLst>
              </p:cNvPr>
              <p:cNvGrpSpPr/>
              <p:nvPr/>
            </p:nvGrpSpPr>
            <p:grpSpPr>
              <a:xfrm>
                <a:off x="370703" y="2234277"/>
                <a:ext cx="2570205" cy="3534033"/>
                <a:chOff x="370703" y="2234277"/>
                <a:chExt cx="2570205" cy="3534033"/>
              </a:xfrm>
            </p:grpSpPr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888A2D9B-3781-D975-C436-E716222E888C}"/>
                    </a:ext>
                  </a:extLst>
                </p:cNvPr>
                <p:cNvSpPr/>
                <p:nvPr/>
              </p:nvSpPr>
              <p:spPr>
                <a:xfrm>
                  <a:off x="370703" y="2234277"/>
                  <a:ext cx="2570205" cy="3534033"/>
                </a:xfrm>
                <a:prstGeom prst="rect">
                  <a:avLst/>
                </a:prstGeom>
                <a:solidFill>
                  <a:srgbClr val="EBEEF7"/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1B711465-247A-4ADE-CEC9-89675C071ABC}"/>
                    </a:ext>
                  </a:extLst>
                </p:cNvPr>
                <p:cNvSpPr txBox="1"/>
                <p:nvPr/>
              </p:nvSpPr>
              <p:spPr>
                <a:xfrm>
                  <a:off x="481913" y="2372498"/>
                  <a:ext cx="2347784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  <a:t>バックエンド</a:t>
                  </a:r>
                  <a:br>
                    <a:rPr kumimoji="1" lang="en-US" altLang="ja-JP" sz="2400">
                      <a:latin typeface="Meiryo" panose="020B0604030504040204" pitchFamily="34" charset="-128"/>
                      <a:ea typeface="Meiryo" panose="020B0604030504040204" pitchFamily="34" charset="-128"/>
                    </a:rPr>
                  </a:br>
                  <a:r>
                    <a:rPr kumimoji="1" lang="en-US" altLang="ja-JP" sz="16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Meiryo" panose="020B0604030504040204" pitchFamily="34" charset="-128"/>
                      <a:ea typeface="Meiryo" panose="020B0604030504040204" pitchFamily="34" charset="-128"/>
                    </a:rPr>
                    <a:t>Flask</a:t>
                  </a:r>
                  <a:endParaRPr kumimoji="1" lang="ja-JP" altLang="en-US" sz="2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Meiryo" panose="020B0604030504040204" pitchFamily="34" charset="-128"/>
                    <a:ea typeface="Meiryo" panose="020B0604030504040204" pitchFamily="34" charset="-128"/>
                  </a:endParaRPr>
                </a:p>
              </p:txBody>
            </p:sp>
          </p:grpSp>
          <p:sp>
            <p:nvSpPr>
              <p:cNvPr id="20" name="正方形/長方形 19">
                <a:extLst>
                  <a:ext uri="{FF2B5EF4-FFF2-40B4-BE49-F238E27FC236}">
                    <a16:creationId xmlns:a16="http://schemas.microsoft.com/office/drawing/2014/main" id="{A03F97EE-FDE3-0FDF-7476-DE0735BA957F}"/>
                  </a:ext>
                </a:extLst>
              </p:cNvPr>
              <p:cNvSpPr/>
              <p:nvPr/>
            </p:nvSpPr>
            <p:spPr>
              <a:xfrm>
                <a:off x="556054" y="4066217"/>
                <a:ext cx="2199503" cy="691978"/>
              </a:xfrm>
              <a:prstGeom prst="rect">
                <a:avLst/>
              </a:prstGeom>
              <a:solidFill>
                <a:srgbClr val="DCE5F7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B8080A62-259C-DEEB-266C-92D7A3F4CE46}"/>
                </a:ext>
              </a:extLst>
            </p:cNvPr>
            <p:cNvGrpSpPr/>
            <p:nvPr/>
          </p:nvGrpSpPr>
          <p:grpSpPr>
            <a:xfrm>
              <a:off x="8783595" y="2216667"/>
              <a:ext cx="2570205" cy="3534033"/>
              <a:chOff x="370703" y="2234277"/>
              <a:chExt cx="2570205" cy="3534033"/>
            </a:xfrm>
          </p:grpSpPr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6678D406-334C-2D1D-9FAB-EBF9C3C7E017}"/>
                  </a:ext>
                </a:extLst>
              </p:cNvPr>
              <p:cNvSpPr/>
              <p:nvPr/>
            </p:nvSpPr>
            <p:spPr>
              <a:xfrm>
                <a:off x="370703" y="2234277"/>
                <a:ext cx="2570205" cy="3534033"/>
              </a:xfrm>
              <a:prstGeom prst="rect">
                <a:avLst/>
              </a:prstGeom>
              <a:solidFill>
                <a:srgbClr val="EBEEF7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34FA4F90-32AD-FEE6-97A6-DC705456B771}"/>
                  </a:ext>
                </a:extLst>
              </p:cNvPr>
              <p:cNvSpPr txBox="1"/>
              <p:nvPr/>
            </p:nvSpPr>
            <p:spPr>
              <a:xfrm>
                <a:off x="481913" y="2372498"/>
                <a:ext cx="23477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400" err="1">
                    <a:latin typeface="Meiryo" panose="020B0604030504040204" pitchFamily="34" charset="-128"/>
                    <a:ea typeface="Meiryo" panose="020B0604030504040204" pitchFamily="34" charset="-128"/>
                  </a:rPr>
                  <a:t>Ollama</a:t>
                </a:r>
                <a:endParaRPr kumimoji="1" lang="ja-JP" altLang="en-US" sz="2400">
                  <a:latin typeface="Meiryo" panose="020B0604030504040204" pitchFamily="34" charset="-128"/>
                  <a:ea typeface="Meiryo" panose="020B0604030504040204" pitchFamily="34" charset="-128"/>
                </a:endParaRPr>
              </a:p>
            </p:txBody>
          </p:sp>
        </p:grp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A1DFF55C-3F73-AFEC-5E71-BDD89EF0F435}"/>
                </a:ext>
              </a:extLst>
            </p:cNvPr>
            <p:cNvGrpSpPr/>
            <p:nvPr/>
          </p:nvGrpSpPr>
          <p:grpSpPr>
            <a:xfrm>
              <a:off x="2110945" y="3102027"/>
              <a:ext cx="2870641" cy="488539"/>
              <a:chOff x="2110945" y="3102027"/>
              <a:chExt cx="2870641" cy="488539"/>
            </a:xfrm>
          </p:grpSpPr>
          <p:cxnSp>
            <p:nvCxnSpPr>
              <p:cNvPr id="32" name="曲線コネクタ 31">
                <a:extLst>
                  <a:ext uri="{FF2B5EF4-FFF2-40B4-BE49-F238E27FC236}">
                    <a16:creationId xmlns:a16="http://schemas.microsoft.com/office/drawing/2014/main" id="{8C7489A2-4EA9-A93F-31FE-E1D9710EB1F7}"/>
                  </a:ext>
                </a:extLst>
              </p:cNvPr>
              <p:cNvCxnSpPr>
                <a:cxnSpLocks/>
                <a:stCxn id="10" idx="0"/>
                <a:endCxn id="56" idx="1"/>
              </p:cNvCxnSpPr>
              <p:nvPr/>
            </p:nvCxnSpPr>
            <p:spPr>
              <a:xfrm rot="5400000" flipH="1" flipV="1">
                <a:off x="3436868" y="2045847"/>
                <a:ext cx="218796" cy="2870641"/>
              </a:xfrm>
              <a:prstGeom prst="curvedConnector2">
                <a:avLst/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FD802185-FD7C-5BC4-3FE8-536BD5283DE4}"/>
                  </a:ext>
                </a:extLst>
              </p:cNvPr>
              <p:cNvSpPr txBox="1"/>
              <p:nvPr/>
            </p:nvSpPr>
            <p:spPr>
              <a:xfrm>
                <a:off x="3161643" y="3102027"/>
                <a:ext cx="1360719" cy="369332"/>
              </a:xfrm>
              <a:prstGeom prst="rect">
                <a:avLst/>
              </a:prstGeom>
              <a:solidFill>
                <a:schemeClr val="bg1">
                  <a:lumMod val="95000"/>
                  <a:alpha val="86779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音声データ</a:t>
                </a:r>
              </a:p>
            </p:txBody>
          </p:sp>
        </p:grp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3EA42DAE-BC3E-EC92-F702-A4292C7F37F5}"/>
                </a:ext>
              </a:extLst>
            </p:cNvPr>
            <p:cNvGrpSpPr/>
            <p:nvPr/>
          </p:nvGrpSpPr>
          <p:grpSpPr>
            <a:xfrm>
              <a:off x="3210697" y="3770906"/>
              <a:ext cx="1785551" cy="646331"/>
              <a:chOff x="3142736" y="3401853"/>
              <a:chExt cx="1785551" cy="646331"/>
            </a:xfrm>
          </p:grpSpPr>
          <p:cxnSp>
            <p:nvCxnSpPr>
              <p:cNvPr id="41" name="曲線コネクタ 40">
                <a:extLst>
                  <a:ext uri="{FF2B5EF4-FFF2-40B4-BE49-F238E27FC236}">
                    <a16:creationId xmlns:a16="http://schemas.microsoft.com/office/drawing/2014/main" id="{805388C2-7660-476D-693E-F78D2197B186}"/>
                  </a:ext>
                </a:extLst>
              </p:cNvPr>
              <p:cNvCxnSpPr>
                <a:cxnSpLocks/>
                <a:stCxn id="10" idx="3"/>
                <a:endCxn id="20" idx="1"/>
              </p:cNvCxnSpPr>
              <p:nvPr/>
            </p:nvCxnSpPr>
            <p:spPr>
              <a:xfrm>
                <a:off x="3142736" y="3567501"/>
                <a:ext cx="1785551" cy="458042"/>
              </a:xfrm>
              <a:prstGeom prst="curvedConnector3">
                <a:avLst>
                  <a:gd name="adj1" fmla="val 50000"/>
                </a:avLst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8B40836F-6721-8961-3DD1-2FD0747F0FE9}"/>
                  </a:ext>
                </a:extLst>
              </p:cNvPr>
              <p:cNvSpPr txBox="1"/>
              <p:nvPr/>
            </p:nvSpPr>
            <p:spPr>
              <a:xfrm>
                <a:off x="3227190" y="3401853"/>
                <a:ext cx="1364376" cy="646331"/>
              </a:xfrm>
              <a:prstGeom prst="rect">
                <a:avLst/>
              </a:prstGeom>
              <a:solidFill>
                <a:schemeClr val="bg1">
                  <a:lumMod val="95000"/>
                  <a:alpha val="8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要約の</a:t>
                </a:r>
                <a:br>
                  <a:rPr kumimoji="1" lang="en-US" altLang="ja-JP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</a:br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リクエスト</a:t>
                </a:r>
              </a:p>
            </p:txBody>
          </p:sp>
        </p:grp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36263774-A3A5-6339-36A7-24202CF77CB7}"/>
                </a:ext>
              </a:extLst>
            </p:cNvPr>
            <p:cNvGrpSpPr/>
            <p:nvPr/>
          </p:nvGrpSpPr>
          <p:grpSpPr>
            <a:xfrm>
              <a:off x="2123302" y="4306849"/>
              <a:ext cx="2858285" cy="1206674"/>
              <a:chOff x="1830483" y="2624470"/>
              <a:chExt cx="2858285" cy="1206674"/>
            </a:xfrm>
          </p:grpSpPr>
          <p:cxnSp>
            <p:nvCxnSpPr>
              <p:cNvPr id="45" name="曲線コネクタ 44">
                <a:extLst>
                  <a:ext uri="{FF2B5EF4-FFF2-40B4-BE49-F238E27FC236}">
                    <a16:creationId xmlns:a16="http://schemas.microsoft.com/office/drawing/2014/main" id="{97A9157A-D653-12A3-E777-0D2E3B84BD47}"/>
                  </a:ext>
                </a:extLst>
              </p:cNvPr>
              <p:cNvCxnSpPr>
                <a:cxnSpLocks/>
                <a:stCxn id="11" idx="2"/>
                <a:endCxn id="54" idx="1"/>
              </p:cNvCxnSpPr>
              <p:nvPr/>
            </p:nvCxnSpPr>
            <p:spPr>
              <a:xfrm rot="16200000" flipH="1">
                <a:off x="2748022" y="1706931"/>
                <a:ext cx="1023207" cy="2858285"/>
              </a:xfrm>
              <a:prstGeom prst="curvedConnector2">
                <a:avLst/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3C08698C-CA65-B61A-7216-4211A847E05F}"/>
                  </a:ext>
                </a:extLst>
              </p:cNvPr>
              <p:cNvSpPr txBox="1"/>
              <p:nvPr/>
            </p:nvSpPr>
            <p:spPr>
              <a:xfrm>
                <a:off x="2736139" y="3184813"/>
                <a:ext cx="1364376" cy="646331"/>
              </a:xfrm>
              <a:prstGeom prst="rect">
                <a:avLst/>
              </a:prstGeom>
              <a:solidFill>
                <a:schemeClr val="bg1">
                  <a:lumMod val="95000"/>
                  <a:alpha val="87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モデル一覧取得</a:t>
                </a:r>
              </a:p>
            </p:txBody>
          </p:sp>
        </p:grp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54F5BD95-CAA4-918B-EE0B-D6BA967F8A74}"/>
                </a:ext>
              </a:extLst>
            </p:cNvPr>
            <p:cNvSpPr/>
            <p:nvPr/>
          </p:nvSpPr>
          <p:spPr>
            <a:xfrm>
              <a:off x="4981587" y="4984068"/>
              <a:ext cx="2199503" cy="691978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6" name="正方形/長方形 55">
              <a:extLst>
                <a:ext uri="{FF2B5EF4-FFF2-40B4-BE49-F238E27FC236}">
                  <a16:creationId xmlns:a16="http://schemas.microsoft.com/office/drawing/2014/main" id="{D0DF959B-959C-80D4-DB86-63088721282A}"/>
                </a:ext>
              </a:extLst>
            </p:cNvPr>
            <p:cNvSpPr/>
            <p:nvPr/>
          </p:nvSpPr>
          <p:spPr>
            <a:xfrm>
              <a:off x="4981587" y="3025780"/>
              <a:ext cx="2199503" cy="691978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DBB9108C-D6B9-B5DD-6D06-B567F407BC9F}"/>
                </a:ext>
              </a:extLst>
            </p:cNvPr>
            <p:cNvSpPr txBox="1"/>
            <p:nvPr/>
          </p:nvSpPr>
          <p:spPr>
            <a:xfrm>
              <a:off x="5111333" y="3095734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/transcribe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kumimoji="1"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文字起こし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5C0FC500-15E0-7887-9FEE-435A52700336}"/>
                </a:ext>
              </a:extLst>
            </p:cNvPr>
            <p:cNvSpPr txBox="1"/>
            <p:nvPr/>
          </p:nvSpPr>
          <p:spPr>
            <a:xfrm>
              <a:off x="5084315" y="4100577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/summarize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要約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6256F3D1-7B9F-B17B-E268-F5D24FC68B14}"/>
                </a:ext>
              </a:extLst>
            </p:cNvPr>
            <p:cNvSpPr txBox="1"/>
            <p:nvPr/>
          </p:nvSpPr>
          <p:spPr>
            <a:xfrm>
              <a:off x="5084315" y="5033821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/models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モデル一覧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092207CD-998A-B425-51E9-196DDD4CA55A}"/>
                </a:ext>
              </a:extLst>
            </p:cNvPr>
            <p:cNvGrpSpPr/>
            <p:nvPr/>
          </p:nvGrpSpPr>
          <p:grpSpPr>
            <a:xfrm>
              <a:off x="7181090" y="5118538"/>
              <a:ext cx="1793787" cy="869390"/>
              <a:chOff x="2444747" y="3888045"/>
              <a:chExt cx="1793787" cy="869390"/>
            </a:xfrm>
          </p:grpSpPr>
          <p:cxnSp>
            <p:nvCxnSpPr>
              <p:cNvPr id="61" name="曲線コネクタ 60">
                <a:extLst>
                  <a:ext uri="{FF2B5EF4-FFF2-40B4-BE49-F238E27FC236}">
                    <a16:creationId xmlns:a16="http://schemas.microsoft.com/office/drawing/2014/main" id="{BF3C5DA1-52EC-69AD-2544-0428609E073E}"/>
                  </a:ext>
                </a:extLst>
              </p:cNvPr>
              <p:cNvCxnSpPr>
                <a:cxnSpLocks/>
                <a:stCxn id="54" idx="3"/>
                <a:endCxn id="76" idx="1"/>
              </p:cNvCxnSpPr>
              <p:nvPr/>
            </p:nvCxnSpPr>
            <p:spPr>
              <a:xfrm flipV="1">
                <a:off x="2444747" y="3888045"/>
                <a:ext cx="1793787" cy="211519"/>
              </a:xfrm>
              <a:prstGeom prst="curvedConnector3">
                <a:avLst>
                  <a:gd name="adj1" fmla="val 50000"/>
                </a:avLst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FCE49B0D-8819-2F85-E53E-FEFEC51F75F1}"/>
                  </a:ext>
                </a:extLst>
              </p:cNvPr>
              <p:cNvSpPr txBox="1"/>
              <p:nvPr/>
            </p:nvSpPr>
            <p:spPr>
              <a:xfrm>
                <a:off x="2465340" y="4111104"/>
                <a:ext cx="1581911" cy="646331"/>
              </a:xfrm>
              <a:prstGeom prst="rect">
                <a:avLst/>
              </a:prstGeom>
              <a:solidFill>
                <a:schemeClr val="bg1">
                  <a:lumMod val="95000"/>
                  <a:alpha val="86779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モデル一覧の</a:t>
                </a:r>
                <a:br>
                  <a:rPr kumimoji="1" lang="en-US" altLang="ja-JP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</a:br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リクエスト</a:t>
                </a:r>
              </a:p>
            </p:txBody>
          </p:sp>
        </p:grp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528D49AC-1C0A-2978-96DB-99FCFF359998}"/>
                </a:ext>
              </a:extLst>
            </p:cNvPr>
            <p:cNvSpPr/>
            <p:nvPr/>
          </p:nvSpPr>
          <p:spPr>
            <a:xfrm>
              <a:off x="8981303" y="3155783"/>
              <a:ext cx="2199503" cy="944793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FFF9A2E5-8151-C385-B3BE-C2E37B3D7899}"/>
                </a:ext>
              </a:extLst>
            </p:cNvPr>
            <p:cNvSpPr txBox="1"/>
            <p:nvPr/>
          </p:nvSpPr>
          <p:spPr>
            <a:xfrm>
              <a:off x="9111049" y="3225738"/>
              <a:ext cx="196472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/generate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kumimoji="1"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文章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生成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b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(</a:t>
              </a:r>
              <a:r>
                <a:rPr kumimoji="1"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言語モデル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grpSp>
          <p:nvGrpSpPr>
            <p:cNvPr id="71" name="グループ化 70">
              <a:extLst>
                <a:ext uri="{FF2B5EF4-FFF2-40B4-BE49-F238E27FC236}">
                  <a16:creationId xmlns:a16="http://schemas.microsoft.com/office/drawing/2014/main" id="{ACEA3C0D-0CBA-40B4-45C4-F48601A0276D}"/>
                </a:ext>
              </a:extLst>
            </p:cNvPr>
            <p:cNvGrpSpPr/>
            <p:nvPr/>
          </p:nvGrpSpPr>
          <p:grpSpPr>
            <a:xfrm>
              <a:off x="7401451" y="3780580"/>
              <a:ext cx="1732252" cy="778326"/>
              <a:chOff x="2615437" y="3667227"/>
              <a:chExt cx="1732252" cy="778326"/>
            </a:xfrm>
          </p:grpSpPr>
          <p:cxnSp>
            <p:nvCxnSpPr>
              <p:cNvPr id="72" name="曲線コネクタ 71">
                <a:extLst>
                  <a:ext uri="{FF2B5EF4-FFF2-40B4-BE49-F238E27FC236}">
                    <a16:creationId xmlns:a16="http://schemas.microsoft.com/office/drawing/2014/main" id="{BA4DA1EC-BC02-FD38-6232-145FA0E00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437" y="3667227"/>
                <a:ext cx="1732252" cy="728421"/>
              </a:xfrm>
              <a:prstGeom prst="curvedConnector3">
                <a:avLst>
                  <a:gd name="adj1" fmla="val 50000"/>
                </a:avLst>
              </a:prstGeom>
              <a:ln w="50800">
                <a:solidFill>
                  <a:schemeClr val="tx1">
                    <a:lumMod val="65000"/>
                    <a:lumOff val="35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FD2469B8-A93A-92CB-3595-E45F6E6DC234}"/>
                  </a:ext>
                </a:extLst>
              </p:cNvPr>
              <p:cNvSpPr txBox="1"/>
              <p:nvPr/>
            </p:nvSpPr>
            <p:spPr>
              <a:xfrm>
                <a:off x="2632557" y="3799222"/>
                <a:ext cx="1418570" cy="646331"/>
              </a:xfrm>
              <a:prstGeom prst="rect">
                <a:avLst/>
              </a:prstGeom>
              <a:solidFill>
                <a:schemeClr val="bg1">
                  <a:lumMod val="95000"/>
                  <a:alpha val="86779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文章生成</a:t>
                </a:r>
                <a:br>
                  <a:rPr kumimoji="1" lang="en-US" altLang="ja-JP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</a:br>
                <a:r>
                  <a:rPr kumimoji="1" lang="ja-JP" altLang="en-US" b="1">
                    <a:latin typeface="HGMaruGothicMPRO" panose="020F0600000000000000" pitchFamily="34" charset="-128"/>
                    <a:ea typeface="HGMaruGothicMPRO" panose="020F0600000000000000" pitchFamily="34" charset="-128"/>
                  </a:rPr>
                  <a:t>リクエスト</a:t>
                </a:r>
              </a:p>
            </p:txBody>
          </p:sp>
        </p:grp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2780E54E-8108-1D11-4701-E35245560D85}"/>
                </a:ext>
              </a:extLst>
            </p:cNvPr>
            <p:cNvSpPr/>
            <p:nvPr/>
          </p:nvSpPr>
          <p:spPr>
            <a:xfrm>
              <a:off x="8974877" y="4646141"/>
              <a:ext cx="2199503" cy="944793"/>
            </a:xfrm>
            <a:prstGeom prst="rect">
              <a:avLst/>
            </a:prstGeom>
            <a:solidFill>
              <a:srgbClr val="DCE5F7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7" name="テキスト ボックス 76">
              <a:extLst>
                <a:ext uri="{FF2B5EF4-FFF2-40B4-BE49-F238E27FC236}">
                  <a16:creationId xmlns:a16="http://schemas.microsoft.com/office/drawing/2014/main" id="{6D5D1F1E-720A-5E96-7174-08A7C4012D8B}"/>
                </a:ext>
              </a:extLst>
            </p:cNvPr>
            <p:cNvSpPr txBox="1"/>
            <p:nvPr/>
          </p:nvSpPr>
          <p:spPr>
            <a:xfrm>
              <a:off x="9092266" y="4807519"/>
              <a:ext cx="19647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</a:t>
              </a:r>
              <a:r>
                <a:rPr kumimoji="1" lang="en-US" altLang="ja-JP" err="1">
                  <a:latin typeface="Meiryo" panose="020B0604030504040204" pitchFamily="34" charset="-128"/>
                  <a:ea typeface="Meiryo" panose="020B0604030504040204" pitchFamily="34" charset="-128"/>
                </a:rPr>
                <a:t>api</a:t>
              </a:r>
              <a: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  <a:t>/tags</a:t>
              </a:r>
              <a:br>
                <a:rPr kumimoji="1" lang="en-US" altLang="ja-JP">
                  <a:latin typeface="Meiryo" panose="020B0604030504040204" pitchFamily="34" charset="-128"/>
                  <a:ea typeface="Meiryo" panose="020B0604030504040204" pitchFamily="34" charset="-128"/>
                </a:rPr>
              </a:b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[</a:t>
              </a:r>
              <a:r>
                <a:rPr lang="ja-JP" altLang="en-US" sz="1600">
                  <a:latin typeface="Meiryo" panose="020B0604030504040204" pitchFamily="34" charset="-128"/>
                  <a:ea typeface="Meiryo" panose="020B0604030504040204" pitchFamily="34" charset="-128"/>
                </a:rPr>
                <a:t>モデル一覧</a:t>
              </a:r>
              <a:r>
                <a:rPr kumimoji="1" lang="en-US" altLang="ja-JP" sz="1600">
                  <a:latin typeface="Meiryo" panose="020B0604030504040204" pitchFamily="34" charset="-128"/>
                  <a:ea typeface="Meiryo" panose="020B0604030504040204" pitchFamily="34" charset="-128"/>
                </a:rPr>
                <a:t>]</a:t>
              </a:r>
              <a:endParaRPr kumimoji="1" lang="ja-JP" altLang="en-US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14" name="フリーフォーム 13">
            <a:extLst>
              <a:ext uri="{FF2B5EF4-FFF2-40B4-BE49-F238E27FC236}">
                <a16:creationId xmlns:a16="http://schemas.microsoft.com/office/drawing/2014/main" id="{29A4BEC1-0818-8ED2-698B-9F425FEA30BF}"/>
              </a:ext>
            </a:extLst>
          </p:cNvPr>
          <p:cNvSpPr/>
          <p:nvPr/>
        </p:nvSpPr>
        <p:spPr>
          <a:xfrm>
            <a:off x="3408404" y="1634344"/>
            <a:ext cx="5375189" cy="1011435"/>
          </a:xfrm>
          <a:custGeom>
            <a:avLst/>
            <a:gdLst>
              <a:gd name="csX0" fmla="*/ 0 w 6059606"/>
              <a:gd name="csY0" fmla="*/ 764381 h 764381"/>
              <a:gd name="csX1" fmla="*/ 2879678 w 6059606"/>
              <a:gd name="csY1" fmla="*/ 106 h 764381"/>
              <a:gd name="csX2" fmla="*/ 6059606 w 6059606"/>
              <a:gd name="csY2" fmla="*/ 709789 h 764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6059606" h="764381">
                <a:moveTo>
                  <a:pt x="0" y="764381"/>
                </a:moveTo>
                <a:cubicBezTo>
                  <a:pt x="934872" y="386793"/>
                  <a:pt x="1869744" y="9205"/>
                  <a:pt x="2879678" y="106"/>
                </a:cubicBezTo>
                <a:cubicBezTo>
                  <a:pt x="3889612" y="-8993"/>
                  <a:pt x="5500048" y="566487"/>
                  <a:pt x="6059606" y="709789"/>
                </a:cubicBezTo>
              </a:path>
            </a:pathLst>
          </a:custGeom>
          <a:noFill/>
          <a:ln w="82550">
            <a:solidFill>
              <a:schemeClr val="tx1">
                <a:lumMod val="50000"/>
                <a:lumOff val="50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389450C-690C-6149-3D18-93DDCEC03F42}"/>
              </a:ext>
            </a:extLst>
          </p:cNvPr>
          <p:cNvSpPr txBox="1"/>
          <p:nvPr/>
        </p:nvSpPr>
        <p:spPr>
          <a:xfrm>
            <a:off x="4922106" y="879334"/>
            <a:ext cx="516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>
                <a:solidFill>
                  <a:srgbClr val="59595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段階ごとに</a:t>
            </a:r>
            <a:r>
              <a:rPr kumimoji="1" lang="ja-JP" altLang="en-US" sz="3200" b="1">
                <a:solidFill>
                  <a:srgbClr val="59595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分離</a:t>
            </a:r>
            <a:r>
              <a:rPr kumimoji="1" lang="ja-JP" altLang="en-US" sz="2800">
                <a:solidFill>
                  <a:srgbClr val="595959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している👍</a:t>
            </a:r>
            <a:endParaRPr kumimoji="1" lang="ja-JP" altLang="en-US" sz="3200">
              <a:solidFill>
                <a:srgbClr val="595959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禁止 20">
            <a:extLst>
              <a:ext uri="{FF2B5EF4-FFF2-40B4-BE49-F238E27FC236}">
                <a16:creationId xmlns:a16="http://schemas.microsoft.com/office/drawing/2014/main" id="{B9D57640-A887-07BB-AF60-56F9F4BC3EF6}"/>
              </a:ext>
            </a:extLst>
          </p:cNvPr>
          <p:cNvSpPr/>
          <p:nvPr/>
        </p:nvSpPr>
        <p:spPr>
          <a:xfrm>
            <a:off x="5711835" y="1301356"/>
            <a:ext cx="709683" cy="709683"/>
          </a:xfrm>
          <a:prstGeom prst="noSmoking">
            <a:avLst/>
          </a:prstGeom>
          <a:solidFill>
            <a:srgbClr val="FF9A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00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0F0EA56-95F4-EB33-AA42-ED150C861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9"/>
          <a:stretch>
            <a:fillRect/>
          </a:stretch>
        </p:blipFill>
        <p:spPr>
          <a:xfrm>
            <a:off x="5672241" y="1690688"/>
            <a:ext cx="5681559" cy="391395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543A6F1-D19F-9070-8AE7-28BB97C5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実演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67FCE6-AD9A-E820-8E7E-791C124E3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文字起こし</a:t>
            </a:r>
            <a:endParaRPr lang="en-US" altLang="ja-JP"/>
          </a:p>
          <a:p>
            <a:r>
              <a:rPr lang="ja-JP" altLang="en-US"/>
              <a:t>音声ファイル</a:t>
            </a:r>
            <a:r>
              <a:rPr kumimoji="1" lang="ja-JP" altLang="en-US"/>
              <a:t>の文字起こし</a:t>
            </a:r>
            <a:endParaRPr kumimoji="1" lang="en-US" altLang="ja-JP"/>
          </a:p>
          <a:p>
            <a:r>
              <a:rPr lang="ja-JP" altLang="en-US"/>
              <a:t>要約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31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3B379C-C490-9220-D72D-BAD6FC4CE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技術的な工夫（フロントエンド）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03D1DB-A5F0-EA51-81E8-D2AC34859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ライブラリの機能を積極的に使った</a:t>
            </a:r>
            <a:endParaRPr lang="en-US" altLang="ja-JP"/>
          </a:p>
          <a:p>
            <a:pPr lvl="1"/>
            <a:r>
              <a:rPr kumimoji="1" lang="ja-JP" altLang="en-US"/>
              <a:t>巨人の肩に乗る</a:t>
            </a:r>
            <a:endParaRPr kumimoji="1" lang="en-US" altLang="ja-JP"/>
          </a:p>
          <a:p>
            <a:pPr lvl="1"/>
            <a:r>
              <a:rPr kumimoji="1" lang="en-US" altLang="ja-JP"/>
              <a:t>Bootstrap</a:t>
            </a:r>
            <a:r>
              <a:rPr kumimoji="1" lang="ja-JP" altLang="en-US"/>
              <a:t>を使って</a:t>
            </a:r>
            <a:r>
              <a:rPr kumimoji="1" lang="en-US" altLang="ja-JP"/>
              <a:t>UI</a:t>
            </a:r>
            <a:r>
              <a:rPr kumimoji="1" lang="ja-JP" altLang="en-US"/>
              <a:t>を構成した</a:t>
            </a:r>
            <a:endParaRPr kumimoji="1" lang="en-US" altLang="ja-JP"/>
          </a:p>
          <a:p>
            <a:pPr lvl="2"/>
            <a:r>
              <a:rPr lang="ja-JP" altLang="en-US"/>
              <a:t>結果、レスポンシブ対応になった</a:t>
            </a:r>
            <a:endParaRPr lang="en-US" altLang="ja-JP"/>
          </a:p>
          <a:p>
            <a:pPr marL="914400" lvl="2" indent="0">
              <a:buNone/>
            </a:pPr>
            <a:endParaRPr lang="en-US" altLang="ja-JP"/>
          </a:p>
          <a:p>
            <a:r>
              <a:rPr kumimoji="1" lang="ja-JP" altLang="en-US"/>
              <a:t>要約結果を随時表示した</a:t>
            </a:r>
            <a:endParaRPr kumimoji="1" lang="en-US" altLang="ja-JP"/>
          </a:p>
          <a:p>
            <a:pPr lvl="1"/>
            <a:r>
              <a:rPr kumimoji="1" lang="ja-JP" altLang="en-US"/>
              <a:t>「待たされてる感」を軽減</a:t>
            </a:r>
            <a:endParaRPr kumimoji="1" lang="en-US" altLang="ja-JP"/>
          </a:p>
          <a:p>
            <a:endParaRPr kumimoji="1" lang="en-US" altLang="ja-JP"/>
          </a:p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877E78-2F90-4440-FD27-D4CF6C719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50"/>
          <a:stretch>
            <a:fillRect/>
          </a:stretch>
        </p:blipFill>
        <p:spPr>
          <a:xfrm>
            <a:off x="7301949" y="1669705"/>
            <a:ext cx="3617842" cy="2072928"/>
          </a:xfrm>
          <a:prstGeom prst="rect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example">
            <a:hlinkClick r:id="" action="ppaction://media"/>
            <a:extLst>
              <a:ext uri="{FF2B5EF4-FFF2-40B4-BE49-F238E27FC236}">
                <a16:creationId xmlns:a16="http://schemas.microsoft.com/office/drawing/2014/main" id="{643E319A-7DE2-E24B-5C4F-EAF64F78AD9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01949" y="3877570"/>
            <a:ext cx="3617842" cy="257948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1753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591C-E181-C885-12DF-12B2B008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2604349-6CDD-6AE1-93AF-2002BC7FEAFE}"/>
              </a:ext>
            </a:extLst>
          </p:cNvPr>
          <p:cNvSpPr/>
          <p:nvPr/>
        </p:nvSpPr>
        <p:spPr>
          <a:xfrm>
            <a:off x="9144223" y="4859163"/>
            <a:ext cx="2367814" cy="7078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DBFA05B-964F-759A-5451-015B85B3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42171" cy="1325563"/>
          </a:xfrm>
        </p:spPr>
        <p:txBody>
          <a:bodyPr/>
          <a:lstStyle/>
          <a:p>
            <a:r>
              <a:rPr kumimoji="1" lang="ja-JP" altLang="en-US"/>
              <a:t>技術的な工夫（バックエンド）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0CE31B-B9C1-7573-EBF5-CEFC12666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6750"/>
          </a:xfrm>
        </p:spPr>
        <p:txBody>
          <a:bodyPr>
            <a:normAutofit/>
          </a:bodyPr>
          <a:lstStyle/>
          <a:p>
            <a:r>
              <a:rPr lang="ja-JP" altLang="en-US"/>
              <a:t>特別な</a:t>
            </a:r>
            <a:r>
              <a:rPr lang="en-US" altLang="ja-JP"/>
              <a:t>GPU</a:t>
            </a:r>
            <a:r>
              <a:rPr lang="ja-JP" altLang="en-US"/>
              <a:t>環境を必要とせず、</a:t>
            </a:r>
            <a:br>
              <a:rPr lang="en-US" altLang="ja-JP"/>
            </a:br>
            <a:r>
              <a:rPr lang="ja-JP" altLang="en-US"/>
              <a:t>一般的な</a:t>
            </a:r>
            <a:r>
              <a:rPr lang="en-US" altLang="ja-JP"/>
              <a:t>PC</a:t>
            </a:r>
            <a:r>
              <a:rPr lang="ja-JP" altLang="en-US"/>
              <a:t>でも音声認識を実行できるようにした→➀</a:t>
            </a:r>
            <a:endParaRPr lang="en-US" altLang="ja-JP"/>
          </a:p>
          <a:p>
            <a:r>
              <a:rPr lang="ja-JP" altLang="en-US"/>
              <a:t>音声データや文字起こし内容を外部</a:t>
            </a:r>
            <a:r>
              <a:rPr lang="en-US" altLang="ja-JP"/>
              <a:t>API</a:t>
            </a:r>
            <a:r>
              <a:rPr lang="ja-JP" altLang="en-US"/>
              <a:t>へ送信せず、</a:t>
            </a:r>
            <a:br>
              <a:rPr lang="en-US" altLang="ja-JP"/>
            </a:br>
            <a:r>
              <a:rPr lang="ja-JP" altLang="en-US"/>
              <a:t>ローカル</a:t>
            </a:r>
            <a:r>
              <a:rPr lang="en-US" altLang="ja-JP"/>
              <a:t>LLM</a:t>
            </a:r>
            <a:r>
              <a:rPr lang="ja-JP" altLang="en-US"/>
              <a:t>で要約処理を完結させた</a:t>
            </a:r>
            <a:r>
              <a:rPr lang="en-US" altLang="ja-JP"/>
              <a:t>			</a:t>
            </a:r>
            <a:r>
              <a:rPr lang="ja-JP" altLang="en-US" sz="2000"/>
              <a:t>→</a:t>
            </a:r>
            <a:r>
              <a:rPr lang="ja-JP" altLang="ja-JP" sz="2000"/>
              <a:t>ollama.py</a:t>
            </a:r>
            <a:endParaRPr lang="en-US" altLang="ja-JP" sz="2000"/>
          </a:p>
          <a:p>
            <a:r>
              <a:rPr lang="en-US" altLang="ja-JP"/>
              <a:t>LLM</a:t>
            </a:r>
            <a:r>
              <a:rPr lang="ja-JP" altLang="en-US"/>
              <a:t>の生成結果をストリーミングで返すことで、</a:t>
            </a:r>
            <a:br>
              <a:rPr lang="en-US" altLang="ja-JP"/>
            </a:br>
            <a:r>
              <a:rPr lang="ja-JP" altLang="en-US"/>
              <a:t>ユーザーが要約をリアルタイムに確認できるようにした</a:t>
            </a:r>
            <a:endParaRPr lang="en-US" altLang="ja-JP"/>
          </a:p>
          <a:p>
            <a:endParaRPr kumimoji="1" lang="en-US" altLang="ja-JP"/>
          </a:p>
          <a:p>
            <a:endParaRPr kumimoji="1" lang="en-US" altLang="ja-JP"/>
          </a:p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5D7AC50-861D-74D8-D418-A54C9756A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86" y="4439240"/>
            <a:ext cx="2811899" cy="2354023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200C3CB-4CA0-7DD7-9BD9-50A177873A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493" y="951034"/>
            <a:ext cx="2254366" cy="104780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E366D7E-A0E3-8FFD-E36F-1CE554F5064D}"/>
              </a:ext>
            </a:extLst>
          </p:cNvPr>
          <p:cNvSpPr txBox="1"/>
          <p:nvPr/>
        </p:nvSpPr>
        <p:spPr>
          <a:xfrm>
            <a:off x="9560493" y="625642"/>
            <a:ext cx="231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➀ </a:t>
            </a:r>
            <a:r>
              <a:rPr kumimoji="1" lang="en-US" altLang="ja-JP" sz="2000"/>
              <a:t>transcription.p</a:t>
            </a:r>
            <a:r>
              <a:rPr lang="en-US" altLang="ja-JP" sz="2000"/>
              <a:t>y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8EE527D-3BB3-9C33-661A-DF7655E949F8}"/>
              </a:ext>
            </a:extLst>
          </p:cNvPr>
          <p:cNvSpPr txBox="1"/>
          <p:nvPr/>
        </p:nvSpPr>
        <p:spPr>
          <a:xfrm>
            <a:off x="3876085" y="6308209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←</a:t>
            </a:r>
            <a:r>
              <a:rPr kumimoji="1" lang="en-US" altLang="ja-JP" sz="2000"/>
              <a:t>app.py</a:t>
            </a:r>
            <a:endParaRPr kumimoji="1" lang="ja-JP" altLang="en-US" sz="20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44B225F-6ECA-4DDE-6E23-65C902AFE842}"/>
              </a:ext>
            </a:extLst>
          </p:cNvPr>
          <p:cNvSpPr txBox="1"/>
          <p:nvPr/>
        </p:nvSpPr>
        <p:spPr>
          <a:xfrm>
            <a:off x="9144223" y="444914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↓</a:t>
            </a:r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BEB69E7-148F-5B15-FA57-B2C4DBB9C62D}"/>
              </a:ext>
            </a:extLst>
          </p:cNvPr>
          <p:cNvSpPr txBox="1"/>
          <p:nvPr/>
        </p:nvSpPr>
        <p:spPr>
          <a:xfrm>
            <a:off x="9249879" y="4839350"/>
            <a:ext cx="2262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000"/>
              <a:t>summarization.py</a:t>
            </a:r>
            <a:br>
              <a:rPr lang="en-US" altLang="ja-JP" sz="2000"/>
            </a:br>
            <a:r>
              <a:rPr lang="ja-JP" altLang="ja-JP" sz="2000"/>
              <a:t>app.py</a:t>
            </a:r>
            <a:endParaRPr lang="en-US" altLang="ja-JP" sz="2000"/>
          </a:p>
        </p:txBody>
      </p:sp>
    </p:spTree>
    <p:extLst>
      <p:ext uri="{BB962C8B-B14F-4D97-AF65-F5344CB8AC3E}">
        <p14:creationId xmlns:p14="http://schemas.microsoft.com/office/powerpoint/2010/main" val="2467608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56523C-D6FD-73E8-E3A5-DBF81777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今後の展望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E34FBE-33E4-5E37-3488-50CA2CE3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ユーザ独自の要約スタイルの追加</a:t>
            </a:r>
            <a:endParaRPr kumimoji="1" lang="en-US" altLang="ja-JP"/>
          </a:p>
          <a:p>
            <a:r>
              <a:rPr lang="ja-JP" altLang="en-US"/>
              <a:t>要約履歴のフォルダ分け・整理</a:t>
            </a:r>
            <a:endParaRPr lang="en-US" altLang="ja-JP"/>
          </a:p>
          <a:p>
            <a:pPr marL="0" indent="0">
              <a:buNone/>
            </a:pPr>
            <a:endParaRPr lang="en-US" altLang="ja-JP"/>
          </a:p>
          <a:p>
            <a:r>
              <a:rPr kumimoji="1" lang="ja-JP" altLang="en-US"/>
              <a:t>要約スタイル情報がフロント</a:t>
            </a:r>
            <a:r>
              <a:rPr kumimoji="1" lang="en-US" altLang="ja-JP"/>
              <a:t>/</a:t>
            </a:r>
            <a:r>
              <a:rPr kumimoji="1" lang="ja-JP" altLang="en-US"/>
              <a:t>バックに分散しているのを解消</a:t>
            </a:r>
            <a:endParaRPr kumimoji="1" lang="en-US" altLang="ja-JP"/>
          </a:p>
          <a:p>
            <a:endParaRPr kumimoji="1" lang="en-US" altLang="ja-JP"/>
          </a:p>
          <a:p>
            <a:r>
              <a:rPr lang="ja-JP" altLang="en-US"/>
              <a:t>要約プロンプトの改良</a:t>
            </a:r>
            <a:endParaRPr kumimoji="1" lang="en-US" altLang="ja-JP"/>
          </a:p>
          <a:p>
            <a:r>
              <a:rPr lang="ja-JP" altLang="en-US"/>
              <a:t>入力から日付や場所を抽出してカレンダー</a:t>
            </a:r>
            <a:r>
              <a:rPr lang="en-US" altLang="ja-JP"/>
              <a:t>(.</a:t>
            </a:r>
            <a:r>
              <a:rPr lang="en-US" altLang="ja-JP" err="1"/>
              <a:t>ics</a:t>
            </a:r>
            <a:r>
              <a:rPr lang="en-US" altLang="ja-JP"/>
              <a:t>)</a:t>
            </a:r>
            <a:r>
              <a:rPr lang="ja-JP" altLang="en-US"/>
              <a:t>の作成</a:t>
            </a:r>
            <a:endParaRPr kumimoji="1" lang="en-US" altLang="ja-JP"/>
          </a:p>
          <a:p>
            <a:r>
              <a:rPr lang="ja-JP" altLang="en-US"/>
              <a:t>要約履歴等を、</a:t>
            </a:r>
            <a:r>
              <a:rPr lang="en-US" altLang="ja-JP"/>
              <a:t>DB</a:t>
            </a:r>
            <a:r>
              <a:rPr lang="ja-JP" altLang="en-US"/>
              <a:t>を使ってサーバサイドで永続化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881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B70D2B-AC67-6808-B605-8EE5BE5F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F4320B-4930-57DD-F0C0-C8E904982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b="1"/>
              <a:t>言語モデルは自然言語処理が非常に容易</a:t>
            </a:r>
            <a:r>
              <a:rPr kumimoji="1" lang="ja-JP" altLang="en-US"/>
              <a:t>にできる</a:t>
            </a:r>
            <a:endParaRPr kumimoji="1" lang="en-US" altLang="ja-JP"/>
          </a:p>
          <a:p>
            <a:r>
              <a:rPr kumimoji="1" lang="ja-JP" altLang="en-US"/>
              <a:t>文字起こしのように</a:t>
            </a:r>
            <a:r>
              <a:rPr kumimoji="1" lang="ja-JP" altLang="en-US" b="1"/>
              <a:t>文章中の一部が誤っていても</a:t>
            </a:r>
            <a:r>
              <a:rPr kumimoji="1" lang="ja-JP" altLang="en-US"/>
              <a:t>、</a:t>
            </a:r>
            <a:r>
              <a:rPr lang="ja-JP" altLang="en-US"/>
              <a:t>言語モデルを使えば実用可能な結果が得られる</a:t>
            </a:r>
            <a:endParaRPr lang="en-US" altLang="ja-JP"/>
          </a:p>
          <a:p>
            <a:r>
              <a:rPr lang="ja-JP" altLang="en-US"/>
              <a:t>待ち時間には画面上の変化を起こすと</a:t>
            </a:r>
            <a:r>
              <a:rPr lang="en-US" altLang="ja-JP"/>
              <a:t>UX</a:t>
            </a:r>
            <a:r>
              <a:rPr lang="ja-JP" altLang="en-US"/>
              <a:t>が良くなる</a:t>
            </a:r>
            <a:endParaRPr lang="en-US" altLang="ja-JP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1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103AD5-37BF-097A-E7DB-AE7E3D62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Q&amp;A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C79C33-D44D-BBFE-0CDB-A6EE8127C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9721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/>
              <a:t>Q. </a:t>
            </a:r>
            <a:r>
              <a:rPr kumimoji="1" lang="ja-JP" altLang="en-US"/>
              <a:t>どんな言語モデルを使えば良いか</a:t>
            </a:r>
            <a:br>
              <a:rPr kumimoji="1" lang="en-US" altLang="ja-JP"/>
            </a:br>
            <a:r>
              <a:rPr kumimoji="1" lang="en-US" altLang="ja-JP" sz="2400"/>
              <a:t>→A. </a:t>
            </a:r>
            <a:r>
              <a:rPr kumimoji="1" lang="en-US" altLang="ja-JP" sz="2400" b="1"/>
              <a:t>3B 4bit</a:t>
            </a:r>
            <a:r>
              <a:rPr kumimoji="1" lang="ja-JP" altLang="en-US" sz="2400" b="1"/>
              <a:t>量子化</a:t>
            </a:r>
            <a:r>
              <a:rPr kumimoji="1" lang="en-US" altLang="ja-JP" sz="2400" b="1"/>
              <a:t> </a:t>
            </a:r>
            <a:r>
              <a:rPr kumimoji="1" lang="ja-JP" altLang="en-US" sz="2400" b="1"/>
              <a:t>以上のモデル</a:t>
            </a:r>
            <a:r>
              <a:rPr kumimoji="1" lang="ja-JP" altLang="en-US" sz="2400"/>
              <a:t>を推奨します（</a:t>
            </a:r>
            <a:r>
              <a:rPr kumimoji="1" lang="en-US" altLang="ja-JP" sz="2400"/>
              <a:t>Gemma4:e2b</a:t>
            </a:r>
            <a:r>
              <a:rPr lang="ja-JP" altLang="en-US" sz="2400"/>
              <a:t>等）</a:t>
            </a:r>
            <a:endParaRPr kumimoji="1" lang="en-US" altLang="ja-JP" sz="240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CBB245D-432A-95DC-E347-E453645B49BD}"/>
              </a:ext>
            </a:extLst>
          </p:cNvPr>
          <p:cNvSpPr txBox="1">
            <a:spLocks/>
          </p:cNvSpPr>
          <p:nvPr/>
        </p:nvSpPr>
        <p:spPr>
          <a:xfrm>
            <a:off x="-10532423" y="3026392"/>
            <a:ext cx="10515600" cy="1639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Q.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どんな利用シーンを想定するのか</a:t>
            </a:r>
            <a:endParaRPr lang="en-US" altLang="ja-JP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400">
                <a:latin typeface="Meiryo" panose="020B0604030504040204" pitchFamily="34" charset="-128"/>
                <a:ea typeface="Meiryo" panose="020B0604030504040204" pitchFamily="34" charset="-128"/>
              </a:rPr>
              <a:t>→A.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スマホの録音機能等で思いつきや会話を録音し、このアプリで内容をまとめるなどです。</a:t>
            </a:r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突然の思いつきも、思いついた順に発話するだけで内容は</a:t>
            </a:r>
            <a:r>
              <a:rPr lang="en-US" altLang="ja-JP" sz="2400" b="1">
                <a:latin typeface="Meiryo" panose="020B0604030504040204" pitchFamily="34" charset="-128"/>
                <a:ea typeface="Meiryo" panose="020B0604030504040204" pitchFamily="34" charset="-128"/>
              </a:rPr>
              <a:t>AI</a:t>
            </a:r>
            <a:r>
              <a:rPr lang="ja-JP" altLang="en-US" sz="2400" b="1">
                <a:latin typeface="Meiryo" panose="020B0604030504040204" pitchFamily="34" charset="-128"/>
                <a:ea typeface="Meiryo" panose="020B0604030504040204" pitchFamily="34" charset="-128"/>
              </a:rPr>
              <a:t>がまとめて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くれます。</a:t>
            </a:r>
            <a:endParaRPr lang="en-US" altLang="ja-JP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B4A054C-16C0-463D-8C2F-E79778C83CEF}"/>
              </a:ext>
            </a:extLst>
          </p:cNvPr>
          <p:cNvSpPr txBox="1">
            <a:spLocks/>
          </p:cNvSpPr>
          <p:nvPr/>
        </p:nvSpPr>
        <p:spPr>
          <a:xfrm>
            <a:off x="838200" y="4894262"/>
            <a:ext cx="10515600" cy="1545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>
                <a:latin typeface="Meiryo" panose="020B0604030504040204" pitchFamily="34" charset="-128"/>
                <a:ea typeface="Meiryo" panose="020B0604030504040204" pitchFamily="34" charset="-128"/>
              </a:rPr>
              <a:t>Q. </a:t>
            </a:r>
            <a:r>
              <a:rPr lang="ja-JP" altLang="en-US">
                <a:latin typeface="Meiryo" panose="020B0604030504040204" pitchFamily="34" charset="-128"/>
                <a:ea typeface="Meiryo" panose="020B0604030504040204" pitchFamily="34" charset="-128"/>
              </a:rPr>
              <a:t>どのブラウザで使えるのか</a:t>
            </a:r>
            <a:endParaRPr lang="en-US" altLang="ja-JP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marL="0" indent="0">
              <a:buNone/>
            </a:pPr>
            <a:r>
              <a:rPr lang="en-US" altLang="ja-JP" sz="2400">
                <a:latin typeface="Meiryo" panose="020B0604030504040204" pitchFamily="34" charset="-128"/>
                <a:ea typeface="Meiryo" panose="020B0604030504040204" pitchFamily="34" charset="-128"/>
              </a:rPr>
              <a:t>→A. Google Chrome 148, Firefox 155, Safari 26.6.2 </a:t>
            </a:r>
            <a:r>
              <a:rPr lang="ja-JP" altLang="en-US" sz="2400">
                <a:latin typeface="Meiryo" panose="020B0604030504040204" pitchFamily="34" charset="-128"/>
                <a:ea typeface="Meiryo" panose="020B0604030504040204" pitchFamily="34" charset="-128"/>
              </a:rPr>
              <a:t>で主要機能が動作しました</a:t>
            </a:r>
            <a:endParaRPr lang="en-US" altLang="ja-JP" sz="240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4CD85D7C-1779-B135-19E5-FFD18812DD4E}"/>
              </a:ext>
            </a:extLst>
          </p:cNvPr>
          <p:cNvSpPr txBox="1">
            <a:spLocks/>
          </p:cNvSpPr>
          <p:nvPr/>
        </p:nvSpPr>
        <p:spPr>
          <a:xfrm>
            <a:off x="838200" y="3359944"/>
            <a:ext cx="10515600" cy="972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/>
              <a:t>Q. </a:t>
            </a:r>
            <a:r>
              <a:rPr lang="ja-JP" altLang="en-US"/>
              <a:t>アプリを動かしてみたい</a:t>
            </a:r>
            <a:br>
              <a:rPr lang="en-US" altLang="ja-JP"/>
            </a:br>
            <a:r>
              <a:rPr lang="en-US" altLang="ja-JP" sz="2400"/>
              <a:t>→A. Git</a:t>
            </a:r>
            <a:r>
              <a:rPr lang="ja-JP" altLang="en-US" sz="2400"/>
              <a:t>リポジトリの</a:t>
            </a:r>
            <a:r>
              <a:rPr lang="en-US" altLang="ja-JP" sz="2400" b="1" err="1"/>
              <a:t>readme.md</a:t>
            </a:r>
            <a:r>
              <a:rPr lang="ja-JP" altLang="en-US" sz="2400"/>
              <a:t>を参照してください。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216073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ワイド画面</PresentationFormat>
  <Paragraphs>123</Paragraphs>
  <Slides>16</Slides>
  <Notes>6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HGMaruGothicMPRO</vt:lpstr>
      <vt:lpstr>Meiryo</vt:lpstr>
      <vt:lpstr>游ゴシック</vt:lpstr>
      <vt:lpstr>游ゴシック</vt:lpstr>
      <vt:lpstr>Arial</vt:lpstr>
      <vt:lpstr>Office テーマ</vt:lpstr>
      <vt:lpstr>OtoMatome</vt:lpstr>
      <vt:lpstr>PowerPoint プレゼンテーション</vt:lpstr>
      <vt:lpstr>背景と課題</vt:lpstr>
      <vt:lpstr>背景と課題</vt:lpstr>
      <vt:lpstr>背景と課題</vt:lpstr>
      <vt:lpstr>背景と課題</vt:lpstr>
      <vt:lpstr>PowerPoint プレゼンテーション</vt:lpstr>
      <vt:lpstr>システム構成</vt:lpstr>
      <vt:lpstr>システム構成</vt:lpstr>
      <vt:lpstr>システム構成</vt:lpstr>
      <vt:lpstr>実演</vt:lpstr>
      <vt:lpstr>技術的な工夫（フロントエンド）</vt:lpstr>
      <vt:lpstr>技術的な工夫（バックエンド）</vt:lpstr>
      <vt:lpstr>今後の展望</vt:lpstr>
      <vt:lpstr>まとめ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神保 凱智</dc:creator>
  <cp:lastModifiedBy>神保 凱智</cp:lastModifiedBy>
  <cp:revision>1</cp:revision>
  <dcterms:created xsi:type="dcterms:W3CDTF">2026-09-07T03:08:46Z</dcterms:created>
  <dcterms:modified xsi:type="dcterms:W3CDTF">2026-09-11T03:58:01Z</dcterms:modified>
</cp:coreProperties>
</file>